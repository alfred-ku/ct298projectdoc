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1" r:id="rId17"/>
    <p:sldId id="274" r:id="rId18"/>
    <p:sldId id="273" r:id="rId19"/>
    <p:sldId id="275" r:id="rId20"/>
    <p:sldId id="276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A2A23C-AEC6-C86E-BE98-5A427936BB95}" v="59" dt="2026-10-20T03:13:27.767"/>
    <p1510:client id="{D1CCD778-5869-251E-AA73-806A07F76F88}" v="24" dt="2026-10-20T04:07:1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來賓使用者" providerId="Windows Live" clId="Web-{47F2AA4E-CABF-B6DB-FEDA-8367C57FA855}"/>
    <pc:docChg chg="addSld delSld modSld sldOrd">
      <pc:chgData name="來賓使用者" userId="" providerId="Windows Live" clId="Web-{47F2AA4E-CABF-B6DB-FEDA-8367C57FA855}" dt="2026-10-14T03:39:23.678" v="144" actId="14100"/>
      <pc:docMkLst>
        <pc:docMk/>
      </pc:docMkLst>
      <pc:sldChg chg="modSp">
        <pc:chgData name="來賓使用者" userId="" providerId="Windows Live" clId="Web-{47F2AA4E-CABF-B6DB-FEDA-8367C57FA855}" dt="2026-10-14T01:55:59.390" v="15" actId="20577"/>
        <pc:sldMkLst>
          <pc:docMk/>
          <pc:sldMk cId="0" sldId="260"/>
        </pc:sldMkLst>
        <pc:spChg chg="mod">
          <ac:chgData name="來賓使用者" userId="" providerId="Windows Live" clId="Web-{47F2AA4E-CABF-B6DB-FEDA-8367C57FA855}" dt="2026-10-14T01:55:59.390" v="15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">
        <pc:chgData name="來賓使用者" userId="" providerId="Windows Live" clId="Web-{47F2AA4E-CABF-B6DB-FEDA-8367C57FA855}" dt="2026-10-14T03:01:25.156" v="47" actId="20577"/>
        <pc:sldMkLst>
          <pc:docMk/>
          <pc:sldMk cId="0" sldId="261"/>
        </pc:sldMkLst>
        <pc:spChg chg="mod">
          <ac:chgData name="來賓使用者" userId="" providerId="Windows Live" clId="Web-{47F2AA4E-CABF-B6DB-FEDA-8367C57FA855}" dt="2026-10-14T03:00:40.764" v="26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來賓使用者" userId="" providerId="Windows Live" clId="Web-{47F2AA4E-CABF-B6DB-FEDA-8367C57FA855}" dt="2026-10-14T03:01:25.156" v="47" actId="20577"/>
          <ac:spMkLst>
            <pc:docMk/>
            <pc:sldMk cId="0" sldId="261"/>
            <ac:spMk id="23" creationId="{00000000-0000-0000-0000-000000000000}"/>
          </ac:spMkLst>
        </pc:spChg>
      </pc:sldChg>
      <pc:sldChg chg="modSp">
        <pc:chgData name="來賓使用者" userId="" providerId="Windows Live" clId="Web-{47F2AA4E-CABF-B6DB-FEDA-8367C57FA855}" dt="2026-10-14T03:20:22.261" v="70" actId="20577"/>
        <pc:sldMkLst>
          <pc:docMk/>
          <pc:sldMk cId="0" sldId="262"/>
        </pc:sldMkLst>
        <pc:spChg chg="mod">
          <ac:chgData name="來賓使用者" userId="" providerId="Windows Live" clId="Web-{47F2AA4E-CABF-B6DB-FEDA-8367C57FA855}" dt="2026-10-14T03:01:46.641" v="6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來賓使用者" userId="" providerId="Windows Live" clId="Web-{47F2AA4E-CABF-B6DB-FEDA-8367C57FA855}" dt="2026-10-14T01:58:49.444" v="22" actId="20577"/>
          <ac:spMkLst>
            <pc:docMk/>
            <pc:sldMk cId="0" sldId="262"/>
            <ac:spMk id="23" creationId="{00000000-0000-0000-0000-000000000000}"/>
          </ac:spMkLst>
        </pc:spChg>
      </pc:sldChg>
      <pc:sldChg chg="addSp modSp">
        <pc:chgData name="來賓使用者" userId="" providerId="Windows Live" clId="Web-{47F2AA4E-CABF-B6DB-FEDA-8367C57FA855}" dt="2026-10-14T03:33:01.039" v="76" actId="14100"/>
        <pc:sldMkLst>
          <pc:docMk/>
          <pc:sldMk cId="0" sldId="266"/>
        </pc:sldMkLst>
      </pc:sldChg>
      <pc:sldChg chg="modSp add ord replId">
        <pc:chgData name="來賓使用者" userId="" providerId="Windows Live" clId="Web-{47F2AA4E-CABF-B6DB-FEDA-8367C57FA855}" dt="2026-10-14T03:34:29.339" v="83"/>
        <pc:sldMkLst>
          <pc:docMk/>
          <pc:sldMk cId="3524207548" sldId="271"/>
        </pc:sldMkLst>
        <pc:spChg chg="mod">
          <ac:chgData name="來賓使用者" userId="" providerId="Windows Live" clId="Web-{47F2AA4E-CABF-B6DB-FEDA-8367C57FA855}" dt="2026-10-14T03:34:17.854" v="82" actId="20577"/>
          <ac:spMkLst>
            <pc:docMk/>
            <pc:sldMk cId="3524207548" sldId="271"/>
            <ac:spMk id="3" creationId="{8233C106-44D6-BCB3-9557-666D8ECCCF5B}"/>
          </ac:spMkLst>
        </pc:spChg>
      </pc:sldChg>
      <pc:sldChg chg="addSp delSp modSp">
        <pc:chgData name="來賓使用者" userId="" providerId="Windows Live" clId="Web-{47F2AA4E-CABF-B6DB-FEDA-8367C57FA855}" dt="2026-10-14T03:39:23.678" v="144" actId="14100"/>
        <pc:sldMkLst>
          <pc:docMk/>
          <pc:sldMk cId="2580809980" sldId="273"/>
        </pc:sldMkLst>
        <pc:spChg chg="mod">
          <ac:chgData name="來賓使用者" userId="" providerId="Windows Live" clId="Web-{47F2AA4E-CABF-B6DB-FEDA-8367C57FA855}" dt="2026-10-14T03:36:22.703" v="120" actId="20577"/>
          <ac:spMkLst>
            <pc:docMk/>
            <pc:sldMk cId="2580809980" sldId="273"/>
            <ac:spMk id="3" creationId="{88B5E7EB-5A46-F15B-FEB5-0ECDC9D12ED6}"/>
          </ac:spMkLst>
        </pc:spChg>
        <pc:spChg chg="add mod">
          <ac:chgData name="來賓使用者" userId="" providerId="Windows Live" clId="Web-{47F2AA4E-CABF-B6DB-FEDA-8367C57FA855}" dt="2026-10-14T03:39:23.678" v="144" actId="14100"/>
          <ac:spMkLst>
            <pc:docMk/>
            <pc:sldMk cId="2580809980" sldId="273"/>
            <ac:spMk id="10" creationId="{F404CFA2-D922-8940-DE21-0A542E39DF41}"/>
          </ac:spMkLst>
        </pc:spChg>
      </pc:sldChg>
    </pc:docChg>
  </pc:docChgLst>
  <pc:docChgLst>
    <pc:chgData name="Guest User" providerId="Windows Live" clId="Web-{7D14901B-77EE-D7A8-36F9-9870022297F3}"/>
    <pc:docChg chg="modSld">
      <pc:chgData name="Guest User" userId="" providerId="Windows Live" clId="Web-{7D14901B-77EE-D7A8-36F9-9870022297F3}" dt="2026-10-14T08:00:42.264" v="14" actId="1076"/>
      <pc:docMkLst>
        <pc:docMk/>
      </pc:docMkLst>
      <pc:sldChg chg="addSp modSp">
        <pc:chgData name="Guest User" userId="" providerId="Windows Live" clId="Web-{7D14901B-77EE-D7A8-36F9-9870022297F3}" dt="2026-10-14T07:59:43.169" v="8" actId="14100"/>
        <pc:sldMkLst>
          <pc:docMk/>
          <pc:sldMk cId="0" sldId="267"/>
        </pc:sldMkLst>
        <pc:picChg chg="add mod">
          <ac:chgData name="Guest User" userId="" providerId="Windows Live" clId="Web-{7D14901B-77EE-D7A8-36F9-9870022297F3}" dt="2026-10-14T07:59:43.169" v="8" actId="14100"/>
          <ac:picMkLst>
            <pc:docMk/>
            <pc:sldMk cId="0" sldId="267"/>
            <ac:picMk id="91" creationId="{FF9C41EA-2E52-2203-BDCE-F49133415E5D}"/>
          </ac:picMkLst>
        </pc:picChg>
      </pc:sldChg>
      <pc:sldChg chg="addSp modSp">
        <pc:chgData name="Guest User" userId="" providerId="Windows Live" clId="Web-{7D14901B-77EE-D7A8-36F9-9870022297F3}" dt="2026-10-14T08:00:42.264" v="14" actId="1076"/>
        <pc:sldMkLst>
          <pc:docMk/>
          <pc:sldMk cId="2124060169" sldId="275"/>
        </pc:sldMkLst>
        <pc:picChg chg="add mod">
          <ac:chgData name="Guest User" userId="" providerId="Windows Live" clId="Web-{7D14901B-77EE-D7A8-36F9-9870022297F3}" dt="2026-10-14T08:00:42.264" v="14" actId="1076"/>
          <ac:picMkLst>
            <pc:docMk/>
            <pc:sldMk cId="2124060169" sldId="275"/>
            <ac:picMk id="7" creationId="{6A45FE0B-F6A3-5E01-30D4-6533AC1CCD2E}"/>
          </ac:picMkLst>
        </pc:picChg>
      </pc:sldChg>
    </pc:docChg>
  </pc:docChgLst>
  <pc:docChgLst>
    <pc:chgData name="Y Y" userId="50132bf925faa04d" providerId="Windows Live" clId="Web-{00000000-0000-0000-0000-000000000000}"/>
    <pc:docChg chg="modSld">
      <pc:chgData name="Y Y" userId="50132bf925faa04d" providerId="Windows Live" clId="Web-{00000000-0000-0000-0000-000000000000}" dt="2026-10-14T04:22:11.266" v="159" actId="1076"/>
      <pc:docMkLst>
        <pc:docMk/>
      </pc:docMkLst>
      <pc:sldChg chg="addSp delSp modSp">
        <pc:chgData name="Y Y" userId="50132bf925faa04d" providerId="Windows Live" clId="Web-{00000000-0000-0000-0000-000000000000}" dt="2026-10-14T04:22:11.266" v="159" actId="1076"/>
        <pc:sldMkLst>
          <pc:docMk/>
          <pc:sldMk cId="0" sldId="266"/>
        </pc:sldMkLst>
        <pc:spChg chg="mod">
          <ac:chgData name="Y Y" userId="50132bf925faa04d" providerId="Windows Live" clId="Web-{00000000-0000-0000-0000-000000000000}" dt="2026-10-14T04:22:00.688" v="156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Y Y" userId="50132bf925faa04d" providerId="Windows Live" clId="Web-{00000000-0000-0000-0000-000000000000}" dt="2026-10-14T03:37:15.062" v="25" actId="20577"/>
          <ac:spMkLst>
            <pc:docMk/>
            <pc:sldMk cId="0" sldId="266"/>
            <ac:spMk id="67" creationId="{E32E4D98-ED05-598C-7E9F-CDF5B7BB9EB0}"/>
          </ac:spMkLst>
        </pc:spChg>
      </pc:sldChg>
    </pc:docChg>
  </pc:docChgLst>
  <pc:docChgLst>
    <pc:chgData name="來賓使用者" providerId="Windows Live" clId="Web-{D1CCD778-5869-251E-AA73-806A07F76F88}"/>
    <pc:docChg chg="modSld">
      <pc:chgData name="來賓使用者" userId="" providerId="Windows Live" clId="Web-{D1CCD778-5869-251E-AA73-806A07F76F88}" dt="2026-10-20T04:07:16.359" v="23" actId="20577"/>
      <pc:docMkLst>
        <pc:docMk/>
      </pc:docMkLst>
      <pc:sldChg chg="modSp">
        <pc:chgData name="來賓使用者" userId="" providerId="Windows Live" clId="Web-{D1CCD778-5869-251E-AA73-806A07F76F88}" dt="2026-10-20T03:39:24.625" v="4" actId="1076"/>
        <pc:sldMkLst>
          <pc:docMk/>
          <pc:sldMk cId="0" sldId="258"/>
        </pc:sldMkLst>
        <pc:spChg chg="mod">
          <ac:chgData name="來賓使用者" userId="" providerId="Windows Live" clId="Web-{D1CCD778-5869-251E-AA73-806A07F76F88}" dt="2026-10-20T03:39:13.296" v="3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來賓使用者" userId="" providerId="Windows Live" clId="Web-{D1CCD778-5869-251E-AA73-806A07F76F88}" dt="2026-10-20T03:39:24.625" v="4" actId="1076"/>
          <ac:spMkLst>
            <pc:docMk/>
            <pc:sldMk cId="0" sldId="258"/>
            <ac:spMk id="18" creationId="{00000000-0000-0000-0000-000000000000}"/>
          </ac:spMkLst>
        </pc:spChg>
      </pc:sldChg>
      <pc:sldChg chg="modSp">
        <pc:chgData name="來賓使用者" userId="" providerId="Windows Live" clId="Web-{D1CCD778-5869-251E-AA73-806A07F76F88}" dt="2026-10-20T04:07:16.359" v="23" actId="20577"/>
        <pc:sldMkLst>
          <pc:docMk/>
          <pc:sldMk cId="0" sldId="259"/>
        </pc:sldMkLst>
        <pc:spChg chg="mod">
          <ac:chgData name="來賓使用者" userId="" providerId="Windows Live" clId="Web-{D1CCD778-5869-251E-AA73-806A07F76F88}" dt="2026-10-20T04:06:16.562" v="18"/>
          <ac:spMkLst>
            <pc:docMk/>
            <pc:sldMk cId="0" sldId="259"/>
            <ac:spMk id="18" creationId="{00000000-0000-0000-0000-000000000000}"/>
          </ac:spMkLst>
        </pc:spChg>
        <pc:spChg chg="mod">
          <ac:chgData name="來賓使用者" userId="" providerId="Windows Live" clId="Web-{D1CCD778-5869-251E-AA73-806A07F76F88}" dt="2026-10-20T04:05:38.015" v="8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來賓使用者" userId="" providerId="Windows Live" clId="Web-{D1CCD778-5869-251E-AA73-806A07F76F88}" dt="2026-10-20T04:07:16.359" v="23" actId="20577"/>
          <ac:spMkLst>
            <pc:docMk/>
            <pc:sldMk cId="0" sldId="259"/>
            <ac:spMk id="24" creationId="{00000000-0000-0000-0000-000000000000}"/>
          </ac:spMkLst>
        </pc:spChg>
      </pc:sldChg>
    </pc:docChg>
  </pc:docChgLst>
  <pc:docChgLst>
    <pc:chgData name="Zhun Log, Ryan PONG" userId="9b1c450da3d4918e" providerId="Windows Live" clId="Web-{200C91C0-FFD4-62BC-0AAF-9FB8B5F9A736}"/>
    <pc:docChg chg="addSld delSld modSld">
      <pc:chgData name="Zhun Log, Ryan PONG" userId="9b1c450da3d4918e" providerId="Windows Live" clId="Web-{200C91C0-FFD4-62BC-0AAF-9FB8B5F9A736}" dt="2026-10-15T04:43:47.070" v="12"/>
      <pc:docMkLst>
        <pc:docMk/>
      </pc:docMkLst>
      <pc:sldChg chg="mod modShow">
        <pc:chgData name="Zhun Log, Ryan PONG" userId="9b1c450da3d4918e" providerId="Windows Live" clId="Web-{200C91C0-FFD4-62BC-0AAF-9FB8B5F9A736}" dt="2026-10-15T04:42:56.285" v="10"/>
        <pc:sldMkLst>
          <pc:docMk/>
          <pc:sldMk cId="0" sldId="265"/>
        </pc:sldMkLst>
      </pc:sldChg>
      <pc:sldChg chg="add replId">
        <pc:chgData name="Zhun Log, Ryan PONG" userId="9b1c450da3d4918e" providerId="Windows Live" clId="Web-{200C91C0-FFD4-62BC-0AAF-9FB8B5F9A736}" dt="2026-10-15T04:41:38.593" v="0"/>
        <pc:sldMkLst>
          <pc:docMk/>
          <pc:sldMk cId="1925540428" sldId="278"/>
        </pc:sldMkLst>
      </pc:sldChg>
    </pc:docChg>
  </pc:docChgLst>
  <pc:docChgLst>
    <pc:chgData name="Zhun Log, Ryan PONG" userId="9b1c450da3d4918e" providerId="Windows Live" clId="Web-{D6CFC487-5B0C-B748-F2C1-FE5A511483C8}"/>
    <pc:docChg chg="addSld modSld">
      <pc:chgData name="Zhun Log, Ryan PONG" userId="9b1c450da3d4918e" providerId="Windows Live" clId="Web-{D6CFC487-5B0C-B748-F2C1-FE5A511483C8}" dt="2026-10-14T04:25:25.046" v="110" actId="1076"/>
      <pc:docMkLst>
        <pc:docMk/>
      </pc:docMkLst>
      <pc:sldChg chg="addSp delSp modSp">
        <pc:chgData name="Zhun Log, Ryan PONG" userId="9b1c450da3d4918e" providerId="Windows Live" clId="Web-{D6CFC487-5B0C-B748-F2C1-FE5A511483C8}" dt="2026-10-14T04:20:56.117" v="13" actId="14100"/>
        <pc:sldMkLst>
          <pc:docMk/>
          <pc:sldMk cId="0" sldId="267"/>
        </pc:sldMkLst>
        <pc:picChg chg="add mod">
          <ac:chgData name="Zhun Log, Ryan PONG" userId="9b1c450da3d4918e" providerId="Windows Live" clId="Web-{D6CFC487-5B0C-B748-F2C1-FE5A511483C8}" dt="2026-10-14T04:20:21.631" v="8" actId="14100"/>
          <ac:picMkLst>
            <pc:docMk/>
            <pc:sldMk cId="0" sldId="267"/>
            <ac:picMk id="93" creationId="{340CBB6C-88DC-E077-6CD8-8D8F747A3A74}"/>
          </ac:picMkLst>
        </pc:picChg>
        <pc:picChg chg="add mod">
          <ac:chgData name="Zhun Log, Ryan PONG" userId="9b1c450da3d4918e" providerId="Windows Live" clId="Web-{D6CFC487-5B0C-B748-F2C1-FE5A511483C8}" dt="2026-10-14T04:20:56.117" v="13" actId="14100"/>
          <ac:picMkLst>
            <pc:docMk/>
            <pc:sldMk cId="0" sldId="267"/>
            <ac:picMk id="94" creationId="{1298B086-FBD4-FAFE-23F1-CF23FB13BBBB}"/>
          </ac:picMkLst>
        </pc:picChg>
      </pc:sldChg>
      <pc:sldChg chg="modSp">
        <pc:chgData name="Zhun Log, Ryan PONG" userId="9b1c450da3d4918e" providerId="Windows Live" clId="Web-{D6CFC487-5B0C-B748-F2C1-FE5A511483C8}" dt="2026-10-14T04:21:35.118" v="35" actId="20577"/>
        <pc:sldMkLst>
          <pc:docMk/>
          <pc:sldMk cId="3524207548" sldId="271"/>
        </pc:sldMkLst>
        <pc:spChg chg="mod">
          <ac:chgData name="Zhun Log, Ryan PONG" userId="9b1c450da3d4918e" providerId="Windows Live" clId="Web-{D6CFC487-5B0C-B748-F2C1-FE5A511483C8}" dt="2026-10-14T04:21:35.118" v="35" actId="20577"/>
          <ac:spMkLst>
            <pc:docMk/>
            <pc:sldMk cId="3524207548" sldId="271"/>
            <ac:spMk id="3" creationId="{8233C106-44D6-BCB3-9557-666D8ECCCF5B}"/>
          </ac:spMkLst>
        </pc:spChg>
      </pc:sldChg>
      <pc:sldChg chg="modSp">
        <pc:chgData name="Zhun Log, Ryan PONG" userId="9b1c450da3d4918e" providerId="Windows Live" clId="Web-{D6CFC487-5B0C-B748-F2C1-FE5A511483C8}" dt="2026-10-14T04:21:40.227" v="37" actId="20577"/>
        <pc:sldMkLst>
          <pc:docMk/>
          <pc:sldMk cId="3285808356" sldId="274"/>
        </pc:sldMkLst>
        <pc:spChg chg="mod">
          <ac:chgData name="Zhun Log, Ryan PONG" userId="9b1c450da3d4918e" providerId="Windows Live" clId="Web-{D6CFC487-5B0C-B748-F2C1-FE5A511483C8}" dt="2026-10-14T04:21:40.227" v="37" actId="20577"/>
          <ac:spMkLst>
            <pc:docMk/>
            <pc:sldMk cId="3285808356" sldId="274"/>
            <ac:spMk id="3" creationId="{DF55AA97-7C02-82AA-E1E0-3C86FA183494}"/>
          </ac:spMkLst>
        </pc:spChg>
      </pc:sldChg>
      <pc:sldChg chg="modSp">
        <pc:chgData name="Zhun Log, Ryan PONG" userId="9b1c450da3d4918e" providerId="Windows Live" clId="Web-{D6CFC487-5B0C-B748-F2C1-FE5A511483C8}" dt="2026-10-14T04:23:04.198" v="77" actId="20577"/>
        <pc:sldMkLst>
          <pc:docMk/>
          <pc:sldMk cId="2124060169" sldId="275"/>
        </pc:sldMkLst>
        <pc:spChg chg="mod">
          <ac:chgData name="Zhun Log, Ryan PONG" userId="9b1c450da3d4918e" providerId="Windows Live" clId="Web-{D6CFC487-5B0C-B748-F2C1-FE5A511483C8}" dt="2026-10-14T04:23:04.198" v="77" actId="20577"/>
          <ac:spMkLst>
            <pc:docMk/>
            <pc:sldMk cId="2124060169" sldId="275"/>
            <ac:spMk id="3" creationId="{66F21313-1986-FC73-5A99-320892F29ABA}"/>
          </ac:spMkLst>
        </pc:spChg>
      </pc:sldChg>
      <pc:sldChg chg="addSp modSp add replId">
        <pc:chgData name="Zhun Log, Ryan PONG" userId="9b1c450da3d4918e" providerId="Windows Live" clId="Web-{D6CFC487-5B0C-B748-F2C1-FE5A511483C8}" dt="2026-10-14T04:24:26.560" v="102" actId="1076"/>
        <pc:sldMkLst>
          <pc:docMk/>
          <pc:sldMk cId="3112914964" sldId="276"/>
        </pc:sldMkLst>
        <pc:spChg chg="mod">
          <ac:chgData name="Zhun Log, Ryan PONG" userId="9b1c450da3d4918e" providerId="Windows Live" clId="Web-{D6CFC487-5B0C-B748-F2C1-FE5A511483C8}" dt="2026-10-14T04:22:18.119" v="61" actId="20577"/>
          <ac:spMkLst>
            <pc:docMk/>
            <pc:sldMk cId="3112914964" sldId="276"/>
            <ac:spMk id="3" creationId="{D828A961-E34A-28F6-A2D4-ADEE7DC564BF}"/>
          </ac:spMkLst>
        </pc:spChg>
        <pc:picChg chg="add mod">
          <ac:chgData name="Zhun Log, Ryan PONG" userId="9b1c450da3d4918e" providerId="Windows Live" clId="Web-{D6CFC487-5B0C-B748-F2C1-FE5A511483C8}" dt="2026-10-14T04:24:26.560" v="102" actId="1076"/>
          <ac:picMkLst>
            <pc:docMk/>
            <pc:sldMk cId="3112914964" sldId="276"/>
            <ac:picMk id="7" creationId="{C47A2155-554D-E4F1-667D-C4A37FDB07CF}"/>
          </ac:picMkLst>
        </pc:picChg>
      </pc:sldChg>
      <pc:sldChg chg="addSp modSp add replId">
        <pc:chgData name="Zhun Log, Ryan PONG" userId="9b1c450da3d4918e" providerId="Windows Live" clId="Web-{D6CFC487-5B0C-B748-F2C1-FE5A511483C8}" dt="2026-10-14T04:25:25.046" v="110" actId="1076"/>
        <pc:sldMkLst>
          <pc:docMk/>
          <pc:sldMk cId="168032558" sldId="277"/>
        </pc:sldMkLst>
        <pc:spChg chg="mod">
          <ac:chgData name="Zhun Log, Ryan PONG" userId="9b1c450da3d4918e" providerId="Windows Live" clId="Web-{D6CFC487-5B0C-B748-F2C1-FE5A511483C8}" dt="2026-10-14T04:23:26.652" v="98" actId="20577"/>
          <ac:spMkLst>
            <pc:docMk/>
            <pc:sldMk cId="168032558" sldId="277"/>
            <ac:spMk id="3" creationId="{A66C056C-98AB-33DF-589A-6963B8064E3E}"/>
          </ac:spMkLst>
        </pc:spChg>
        <pc:picChg chg="add mod">
          <ac:chgData name="Zhun Log, Ryan PONG" userId="9b1c450da3d4918e" providerId="Windows Live" clId="Web-{D6CFC487-5B0C-B748-F2C1-FE5A511483C8}" dt="2026-10-14T04:25:25.046" v="110" actId="1076"/>
          <ac:picMkLst>
            <pc:docMk/>
            <pc:sldMk cId="168032558" sldId="277"/>
            <ac:picMk id="7" creationId="{290C553F-D61A-89FE-5C0D-0F958642891A}"/>
          </ac:picMkLst>
        </pc:picChg>
      </pc:sldChg>
    </pc:docChg>
  </pc:docChgLst>
  <pc:docChgLst>
    <pc:chgData name="來賓使用者" providerId="Windows Live" clId="Web-{7530DC1E-B829-E4EE-B787-0E450E1DCF18}"/>
    <pc:docChg chg="addSld delSld modSld">
      <pc:chgData name="來賓使用者" userId="" providerId="Windows Live" clId="Web-{7530DC1E-B829-E4EE-B787-0E450E1DCF18}" dt="2026-10-14T12:13:19.477" v="281" actId="20577"/>
      <pc:docMkLst>
        <pc:docMk/>
      </pc:docMkLst>
      <pc:sldChg chg="modSp">
        <pc:chgData name="來賓使用者" userId="" providerId="Windows Live" clId="Web-{7530DC1E-B829-E4EE-B787-0E450E1DCF18}" dt="2026-10-14T12:13:19.477" v="281" actId="20577"/>
        <pc:sldMkLst>
          <pc:docMk/>
          <pc:sldMk cId="0" sldId="256"/>
        </pc:sldMkLst>
        <pc:spChg chg="mod">
          <ac:chgData name="來賓使用者" userId="" providerId="Windows Live" clId="Web-{7530DC1E-B829-E4EE-B787-0E450E1DCF18}" dt="2026-10-14T12:13:19.477" v="28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來賓使用者" userId="" providerId="Windows Live" clId="Web-{7530DC1E-B829-E4EE-B787-0E450E1DCF18}" dt="2026-10-14T12:12:49.539" v="276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">
        <pc:chgData name="來賓使用者" userId="" providerId="Windows Live" clId="Web-{7530DC1E-B829-E4EE-B787-0E450E1DCF18}" dt="2026-10-14T12:12:01.149" v="275" actId="14100"/>
        <pc:sldMkLst>
          <pc:docMk/>
          <pc:sldMk cId="0" sldId="266"/>
        </pc:sldMkLst>
        <pc:picChg chg="add mod">
          <ac:chgData name="來賓使用者" userId="" providerId="Windows Live" clId="Web-{7530DC1E-B829-E4EE-B787-0E450E1DCF18}" dt="2026-10-14T12:11:51.555" v="272" actId="1076"/>
          <ac:picMkLst>
            <pc:docMk/>
            <pc:sldMk cId="0" sldId="266"/>
            <ac:picMk id="71" creationId="{31BDF6F1-A284-2009-A3E5-DFE64C146A4F}"/>
          </ac:picMkLst>
        </pc:picChg>
        <pc:picChg chg="mod">
          <ac:chgData name="來賓使用者" userId="" providerId="Windows Live" clId="Web-{7530DC1E-B829-E4EE-B787-0E450E1DCF18}" dt="2026-10-14T12:12:01.149" v="275" actId="14100"/>
          <ac:picMkLst>
            <pc:docMk/>
            <pc:sldMk cId="0" sldId="266"/>
            <ac:picMk id="77" creationId="{30D63D47-29BF-74BF-52AC-E968C322D2C6}"/>
          </ac:picMkLst>
        </pc:picChg>
      </pc:sldChg>
      <pc:sldChg chg="addSp delSp modSp">
        <pc:chgData name="來賓使用者" userId="" providerId="Windows Live" clId="Web-{7530DC1E-B829-E4EE-B787-0E450E1DCF18}" dt="2026-10-14T12:10:20.570" v="251"/>
        <pc:sldMkLst>
          <pc:docMk/>
          <pc:sldMk cId="3524207548" sldId="271"/>
        </pc:sldMkLst>
        <pc:spChg chg="mod">
          <ac:chgData name="來賓使用者" userId="" providerId="Windows Live" clId="Web-{7530DC1E-B829-E4EE-B787-0E450E1DCF18}" dt="2026-10-14T12:02:39.022" v="136" actId="1076"/>
          <ac:spMkLst>
            <pc:docMk/>
            <pc:sldMk cId="3524207548" sldId="271"/>
            <ac:spMk id="6" creationId="{E04E7212-1202-C00C-3575-8B7FFF8DAA82}"/>
          </ac:spMkLst>
        </pc:spChg>
        <pc:spChg chg="add mod">
          <ac:chgData name="來賓使用者" userId="" providerId="Windows Live" clId="Web-{7530DC1E-B829-E4EE-B787-0E450E1DCF18}" dt="2026-10-14T12:09:05.898" v="240" actId="1076"/>
          <ac:spMkLst>
            <pc:docMk/>
            <pc:sldMk cId="3524207548" sldId="271"/>
            <ac:spMk id="10" creationId="{B23F76E6-CCCC-0239-3531-8A58566804C7}"/>
          </ac:spMkLst>
        </pc:spChg>
        <pc:spChg chg="add mod">
          <ac:chgData name="來賓使用者" userId="" providerId="Windows Live" clId="Web-{7530DC1E-B829-E4EE-B787-0E450E1DCF18}" dt="2026-10-14T12:09:23.351" v="243" actId="14100"/>
          <ac:spMkLst>
            <pc:docMk/>
            <pc:sldMk cId="3524207548" sldId="271"/>
            <ac:spMk id="11" creationId="{3AA5BD6B-5109-2A5A-45B9-987265EA8C23}"/>
          </ac:spMkLst>
        </pc:spChg>
        <pc:spChg chg="add mod">
          <ac:chgData name="來賓使用者" userId="" providerId="Windows Live" clId="Web-{7530DC1E-B829-E4EE-B787-0E450E1DCF18}" dt="2026-10-14T12:10:20.570" v="251"/>
          <ac:spMkLst>
            <pc:docMk/>
            <pc:sldMk cId="3524207548" sldId="271"/>
            <ac:spMk id="12" creationId="{36952404-EC23-D97C-FA98-4A6F8A1B86FD}"/>
          </ac:spMkLst>
        </pc:spChg>
        <pc:grpChg chg="add">
          <ac:chgData name="來賓使用者" userId="" providerId="Windows Live" clId="Web-{7530DC1E-B829-E4EE-B787-0E450E1DCF18}" dt="2026-10-14T12:09:35.930" v="244"/>
          <ac:grpSpMkLst>
            <pc:docMk/>
            <pc:sldMk cId="3524207548" sldId="271"/>
            <ac:grpSpMk id="16" creationId="{25315331-B89C-23BD-9CB2-4C490816E165}"/>
          </ac:grpSpMkLst>
        </pc:grpChg>
        <pc:picChg chg="add mod ord">
          <ac:chgData name="來賓使用者" userId="" providerId="Windows Live" clId="Web-{7530DC1E-B829-E4EE-B787-0E450E1DCF18}" dt="2026-10-14T12:06:41.788" v="177"/>
          <ac:picMkLst>
            <pc:docMk/>
            <pc:sldMk cId="3524207548" sldId="271"/>
            <ac:picMk id="15" creationId="{82C37D70-595E-9A39-13BC-A431F4085E03}"/>
          </ac:picMkLst>
        </pc:picChg>
      </pc:sldChg>
    </pc:docChg>
  </pc:docChgLst>
  <pc:docChgLst>
    <pc:chgData name="Zhun Log, Ryan PONG" userId="9b1c450da3d4918e" providerId="Windows Live" clId="Web-{00000000-0000-0000-0000-000000000000}"/>
    <pc:docChg chg="addSld delSld modSld sldOrd">
      <pc:chgData name="Zhun Log, Ryan PONG" userId="9b1c450da3d4918e" providerId="Windows Live" clId="Web-{00000000-0000-0000-0000-000000000000}" dt="2026-10-14T04:30:11.797" v="179"/>
      <pc:docMkLst>
        <pc:docMk/>
      </pc:docMkLst>
      <pc:sldChg chg="delSp modSp">
        <pc:chgData name="Zhun Log, Ryan PONG" userId="9b1c450da3d4918e" providerId="Windows Live" clId="Web-{00000000-0000-0000-0000-000000000000}" dt="2026-10-14T04:26:51.322" v="165"/>
        <pc:sldMkLst>
          <pc:docMk/>
          <pc:sldMk cId="0" sldId="257"/>
        </pc:sldMkLst>
      </pc:sldChg>
      <pc:sldChg chg="addSp delSp modSp">
        <pc:chgData name="Zhun Log, Ryan PONG" userId="9b1c450da3d4918e" providerId="Windows Live" clId="Web-{00000000-0000-0000-0000-000000000000}" dt="2026-10-14T04:09:02.770" v="157" actId="1076"/>
        <pc:sldMkLst>
          <pc:docMk/>
          <pc:sldMk cId="0" sldId="266"/>
        </pc:sldMkLst>
        <pc:spChg chg="mod">
          <ac:chgData name="Zhun Log, Ryan PONG" userId="9b1c450da3d4918e" providerId="Windows Live" clId="Web-{00000000-0000-0000-0000-000000000000}" dt="2026-10-14T03:52:56.765" v="57" actId="14100"/>
          <ac:spMkLst>
            <pc:docMk/>
            <pc:sldMk cId="0" sldId="266"/>
            <ac:spMk id="67" creationId="{E32E4D98-ED05-598C-7E9F-CDF5B7BB9EB0}"/>
          </ac:spMkLst>
        </pc:spChg>
        <pc:spChg chg="add mod">
          <ac:chgData name="Zhun Log, Ryan PONG" userId="9b1c450da3d4918e" providerId="Windows Live" clId="Web-{00000000-0000-0000-0000-000000000000}" dt="2026-10-14T03:53:36.408" v="82" actId="1076"/>
          <ac:spMkLst>
            <pc:docMk/>
            <pc:sldMk cId="0" sldId="266"/>
            <ac:spMk id="75" creationId="{34AC61A6-FBC6-D624-DCAB-2FBB3D741CFC}"/>
          </ac:spMkLst>
        </pc:spChg>
        <pc:picChg chg="add mod">
          <ac:chgData name="Zhun Log, Ryan PONG" userId="9b1c450da3d4918e" providerId="Windows Live" clId="Web-{00000000-0000-0000-0000-000000000000}" dt="2026-10-14T04:09:02.770" v="157" actId="1076"/>
          <ac:picMkLst>
            <pc:docMk/>
            <pc:sldMk cId="0" sldId="266"/>
            <ac:picMk id="77" creationId="{30D63D47-29BF-74BF-52AC-E968C322D2C6}"/>
          </ac:picMkLst>
        </pc:picChg>
      </pc:sldChg>
      <pc:sldChg chg="addSp delSp modSp mod modShow">
        <pc:chgData name="Zhun Log, Ryan PONG" userId="9b1c450da3d4918e" providerId="Windows Live" clId="Web-{00000000-0000-0000-0000-000000000000}" dt="2026-10-14T04:30:11.797" v="179"/>
        <pc:sldMkLst>
          <pc:docMk/>
          <pc:sldMk cId="0" sldId="267"/>
        </pc:sldMkLst>
        <pc:picChg chg="mod">
          <ac:chgData name="Zhun Log, Ryan PONG" userId="9b1c450da3d4918e" providerId="Windows Live" clId="Web-{00000000-0000-0000-0000-000000000000}" dt="2026-10-14T04:29:15.483" v="174" actId="1076"/>
          <ac:picMkLst>
            <pc:docMk/>
            <pc:sldMk cId="0" sldId="267"/>
            <ac:picMk id="93" creationId="{340CBB6C-88DC-E077-6CD8-8D8F747A3A74}"/>
          </ac:picMkLst>
        </pc:picChg>
      </pc:sldChg>
      <pc:sldChg chg="delSp modSp">
        <pc:chgData name="Zhun Log, Ryan PONG" userId="9b1c450da3d4918e" providerId="Windows Live" clId="Web-{00000000-0000-0000-0000-000000000000}" dt="2026-10-14T03:35:31.754" v="30" actId="20577"/>
        <pc:sldMkLst>
          <pc:docMk/>
          <pc:sldMk cId="3524207548" sldId="271"/>
        </pc:sldMkLst>
        <pc:spChg chg="mod">
          <ac:chgData name="Zhun Log, Ryan PONG" userId="9b1c450da3d4918e" providerId="Windows Live" clId="Web-{00000000-0000-0000-0000-000000000000}" dt="2026-10-14T03:35:31.754" v="30" actId="20577"/>
          <ac:spMkLst>
            <pc:docMk/>
            <pc:sldMk cId="3524207548" sldId="271"/>
            <ac:spMk id="3" creationId="{8233C106-44D6-BCB3-9557-666D8ECCCF5B}"/>
          </ac:spMkLst>
        </pc:spChg>
      </pc:sldChg>
      <pc:sldChg chg="add replId">
        <pc:chgData name="Zhun Log, Ryan PONG" userId="9b1c450da3d4918e" providerId="Windows Live" clId="Web-{00000000-0000-0000-0000-000000000000}" dt="2026-10-14T03:35:36.801" v="31"/>
        <pc:sldMkLst>
          <pc:docMk/>
          <pc:sldMk cId="2580809980" sldId="273"/>
        </pc:sldMkLst>
      </pc:sldChg>
      <pc:sldChg chg="addSp delSp modSp add ord replId">
        <pc:chgData name="Zhun Log, Ryan PONG" userId="9b1c450da3d4918e" providerId="Windows Live" clId="Web-{00000000-0000-0000-0000-000000000000}" dt="2026-10-14T04:07:40.842" v="148" actId="1076"/>
        <pc:sldMkLst>
          <pc:docMk/>
          <pc:sldMk cId="3285808356" sldId="274"/>
        </pc:sldMkLst>
        <pc:spChg chg="mod">
          <ac:chgData name="Zhun Log, Ryan PONG" userId="9b1c450da3d4918e" providerId="Windows Live" clId="Web-{00000000-0000-0000-0000-000000000000}" dt="2026-10-14T03:56:15.341" v="121" actId="20577"/>
          <ac:spMkLst>
            <pc:docMk/>
            <pc:sldMk cId="3285808356" sldId="274"/>
            <ac:spMk id="3" creationId="{DF55AA97-7C02-82AA-E1E0-3C86FA183494}"/>
          </ac:spMkLst>
        </pc:spChg>
        <pc:picChg chg="add mod">
          <ac:chgData name="Zhun Log, Ryan PONG" userId="9b1c450da3d4918e" providerId="Windows Live" clId="Web-{00000000-0000-0000-0000-000000000000}" dt="2026-10-14T04:07:40.842" v="148" actId="1076"/>
          <ac:picMkLst>
            <pc:docMk/>
            <pc:sldMk cId="3285808356" sldId="274"/>
            <ac:picMk id="13" creationId="{407064A3-ABE4-BC43-F85F-69CFFE6FA982}"/>
          </ac:picMkLst>
        </pc:picChg>
      </pc:sldChg>
      <pc:sldChg chg="add replId">
        <pc:chgData name="Zhun Log, Ryan PONG" userId="9b1c450da3d4918e" providerId="Windows Live" clId="Web-{00000000-0000-0000-0000-000000000000}" dt="2026-10-14T03:35:40.192" v="33"/>
        <pc:sldMkLst>
          <pc:docMk/>
          <pc:sldMk cId="2124060169" sldId="275"/>
        </pc:sldMkLst>
      </pc:sldChg>
    </pc:docChg>
  </pc:docChgLst>
  <pc:docChgLst>
    <pc:chgData name="Zhun Log, Ryan PONG" userId="9b1c450da3d4918e" providerId="Windows Live" clId="Web-{FDBEFA26-BB86-DB6F-1472-54E4625676EF}"/>
    <pc:docChg chg="modSld">
      <pc:chgData name="Zhun Log, Ryan PONG" userId="9b1c450da3d4918e" providerId="Windows Live" clId="Web-{FDBEFA26-BB86-DB6F-1472-54E4625676EF}" dt="2026-10-14T03:16:52.247" v="28" actId="20577"/>
      <pc:docMkLst>
        <pc:docMk/>
      </pc:docMkLst>
      <pc:sldChg chg="modSp">
        <pc:chgData name="Zhun Log, Ryan PONG" userId="9b1c450da3d4918e" providerId="Windows Live" clId="Web-{FDBEFA26-BB86-DB6F-1472-54E4625676EF}" dt="2026-10-14T03:16:52.247" v="28" actId="20577"/>
        <pc:sldMkLst>
          <pc:docMk/>
          <pc:sldMk cId="0" sldId="262"/>
        </pc:sldMkLst>
        <pc:spChg chg="mod">
          <ac:chgData name="Zhun Log, Ryan PONG" userId="9b1c450da3d4918e" providerId="Windows Live" clId="Web-{FDBEFA26-BB86-DB6F-1472-54E4625676EF}" dt="2026-10-14T03:16:52.247" v="28" actId="20577"/>
          <ac:spMkLst>
            <pc:docMk/>
            <pc:sldMk cId="0" sldId="262"/>
            <ac:spMk id="29" creationId="{00000000-0000-0000-0000-000000000000}"/>
          </ac:spMkLst>
        </pc:spChg>
      </pc:sldChg>
    </pc:docChg>
  </pc:docChgLst>
  <pc:docChgLst>
    <pc:chgData name="Guest User" providerId="Windows Live" clId="Web-{0C20F704-4D9B-6EE2-4FDB-AFCA7C57AC4E}"/>
    <pc:docChg chg="delSld modSld">
      <pc:chgData name="Guest User" userId="" providerId="Windows Live" clId="Web-{0C20F704-4D9B-6EE2-4FDB-AFCA7C57AC4E}" dt="2026-10-15T03:29:12.833" v="8"/>
      <pc:docMkLst>
        <pc:docMk/>
      </pc:docMkLst>
      <pc:sldChg chg="delSp modSp">
        <pc:chgData name="Guest User" userId="" providerId="Windows Live" clId="Web-{0C20F704-4D9B-6EE2-4FDB-AFCA7C57AC4E}" dt="2026-10-15T03:28:34.270" v="7" actId="1076"/>
        <pc:sldMkLst>
          <pc:docMk/>
          <pc:sldMk cId="0" sldId="262"/>
        </pc:sldMkLst>
        <pc:spChg chg="mod">
          <ac:chgData name="Guest User" userId="" providerId="Windows Live" clId="Web-{0C20F704-4D9B-6EE2-4FDB-AFCA7C57AC4E}" dt="2026-10-15T03:28:34.223" v="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Guest User" userId="" providerId="Windows Live" clId="Web-{0C20F704-4D9B-6EE2-4FDB-AFCA7C57AC4E}" dt="2026-10-15T03:28:34.254" v="6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Guest User" userId="" providerId="Windows Live" clId="Web-{0C20F704-4D9B-6EE2-4FDB-AFCA7C57AC4E}" dt="2026-10-15T03:28:34.270" v="7" actId="1076"/>
          <ac:spMkLst>
            <pc:docMk/>
            <pc:sldMk cId="0" sldId="262"/>
            <ac:spMk id="19" creationId="{00000000-0000-0000-0000-000000000000}"/>
          </ac:spMkLst>
        </pc:spChg>
      </pc:sldChg>
    </pc:docChg>
  </pc:docChgLst>
  <pc:docChgLst>
    <pc:chgData name="Zhun Log, Ryan PONG" userId="9b1c450da3d4918e" providerId="Windows Live" clId="Web-{78A2A23C-AEC6-C86E-BE98-5A427936BB95}"/>
    <pc:docChg chg="modSld">
      <pc:chgData name="Zhun Log, Ryan PONG" userId="9b1c450da3d4918e" providerId="Windows Live" clId="Web-{78A2A23C-AEC6-C86E-BE98-5A427936BB95}" dt="2026-10-20T03:13:27.767" v="56" actId="20577"/>
      <pc:docMkLst>
        <pc:docMk/>
      </pc:docMkLst>
      <pc:sldChg chg="modSp">
        <pc:chgData name="Zhun Log, Ryan PONG" userId="9b1c450da3d4918e" providerId="Windows Live" clId="Web-{78A2A23C-AEC6-C86E-BE98-5A427936BB95}" dt="2026-10-20T03:13:27.767" v="56" actId="20577"/>
        <pc:sldMkLst>
          <pc:docMk/>
          <pc:sldMk cId="0" sldId="263"/>
        </pc:sldMkLst>
        <pc:spChg chg="mod">
          <ac:chgData name="Zhun Log, Ryan PONG" userId="9b1c450da3d4918e" providerId="Windows Live" clId="Web-{78A2A23C-AEC6-C86E-BE98-5A427936BB95}" dt="2026-10-20T03:13:27.767" v="56" actId="20577"/>
          <ac:spMkLst>
            <pc:docMk/>
            <pc:sldMk cId="0" sldId="26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E7B10-952C-42AF-A4A0-4F7D2A298A6F}" type="datetimeFigureOut">
              <a:t>10/19/2026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95879-B894-4DBF-B3D2-031959FECA84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661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5EAC2-D86E-3778-0437-5CA08EDB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E11C0-E0A3-821B-B16F-8695FADF6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08B86-76CD-C679-14F0-990D48B24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869FD-0230-51D8-E70E-26026762E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9B3B-7831-DDAD-A88E-B816CD59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F2B65-3061-9474-8335-4495D344C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4B7F7-9499-78DA-8604-698692513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3C175-E434-9F0D-34A9-456DA9901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04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FE717-BD4A-956B-5267-9E96AB64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5471A-5889-4CCF-3091-7B9B7F787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79C83-A437-4270-87B0-1137D4BA2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F998-796A-FA6F-EECA-6BF26569BF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1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B871-3D11-57ED-9044-B24FD094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710FD-D33C-A94D-CF7E-23C559B87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91E0E-0FD0-FD12-ED0D-65D50DC98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05A95-C2C9-DB89-4939-0664B4457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80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FD12C-6968-6241-FD9F-3D105531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85AF8-BBAC-D9B2-1F50-BDB473021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92E79-5BC0-2DA3-E62C-7F9C911C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C9277-41C3-B972-B7FB-D85C961E1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73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5EC0-BE99-DC2C-FC04-20BA739A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4DB79-7C7F-EA59-2217-74CEC9505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1E69D-41A9-1645-7DEC-C2A325013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DDA4E-1750-BA26-37CB-A421B9D0F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5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33598-B0E6-37DD-193C-AA9D36F4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27C8A-58F2-14C9-5786-142A9CAA2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B0122-1E6D-84F3-644B-107551640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CE97B-5F69-8E7B-B50E-828A28F97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07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00000"/>
                </a:solidFill>
                <a:latin typeface="Cambria"/>
                <a:ea typeface="Cambria"/>
              </a:rPr>
              <a:t>Pricing Forecast Capability Assessment</a:t>
            </a:r>
            <a:br>
              <a:rPr lang="en-US" sz="2800" b="1">
                <a:latin typeface="Cambria"/>
                <a:ea typeface="Cambria"/>
              </a:rPr>
            </a:br>
            <a:r>
              <a:rPr lang="en-US" sz="2800" b="1">
                <a:solidFill>
                  <a:srgbClr val="000000"/>
                </a:solidFill>
                <a:latin typeface="Cambria"/>
                <a:ea typeface="Cambria"/>
              </a:rPr>
              <a:t>of Linear Regression, ARIMA, Random Forest and LSTM Models</a:t>
            </a:r>
            <a:endParaRPr lang="en-US" sz="2800">
              <a:highlight>
                <a:srgbClr val="606060"/>
              </a:highlight>
              <a:latin typeface="Cambria"/>
              <a:ea typeface="Cambr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274320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2C3E50"/>
                </a:solidFill>
                <a:ea typeface="+mn-lt"/>
                <a:cs typeface="+mn-lt"/>
              </a:rPr>
              <a:t>Cheng Ying Yu, Ku Ho Kat, Pong Zhun Log, Wong Sai Cheong </a:t>
            </a:r>
            <a:endParaRPr lang="en-US" altLang="zh-TW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Python Data Analysis (CT298)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Submission Date: 21 October 2026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37160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40080" y="13898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371600" y="1389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40080" y="1865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371600" y="18653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Methodology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" y="23408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371600" y="2340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40080" y="28163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371600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Comparison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13716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640080" y="37673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37160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Executive Summary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forecasting models evaluated on five financial assets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09728" cy="50292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566928" y="128016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25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56616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on S&amp;P 500, 0388.HK, 0005.HK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09728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192024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0712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Autoregressive Integrated Moving Average (ARIMA)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b="1" dirty="0">
              <a:solidFill>
                <a:srgbClr val="1A2332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for S&amp;P 500 Index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09728" cy="50292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256032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777240" y="27338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Long Short-Term Memory (LSTM)</a:t>
            </a:r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b="1" dirty="0">
              <a:solidFill>
                <a:srgbClr val="1A2332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661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on 0386.HK (nonlinear patterns)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09728" cy="50292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795528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246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56616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forecasts for HSI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single model dominated → Hybrid framework recommended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Introduction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Price Forecasting Matters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Identify market opportunities and improve asset allocation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 downside risks in portfolio construction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informed investment decision-making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exhibit non-linearity, volatility clustering, structural breaks, and external shocks — making accurate forecasting difficult.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256032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2651760" y="3703320"/>
            <a:ext cx="1880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Autoregressive Integrated </a:t>
            </a:r>
            <a:r>
              <a:rPr lang="en-US" sz="120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Moving Average (ARIMA)</a:t>
            </a:r>
            <a:endParaRPr lang="en-US" sz="1300" b="1">
              <a:solidFill>
                <a:srgbClr val="1A23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5176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Classical time-series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66344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6766560" y="3611880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6858000" y="3703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Long Short-Term Memory (LSTM)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8000" y="4069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Assets Under Study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financial assets selected for evaluation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^GSPC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37744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Index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21792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Equity Index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^HSI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3774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Seng Index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Equity Index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37744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Holdings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Equity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37744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Sinopec Corp.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21792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Equity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237744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HKEX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Equity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Data Analysis &amp; Methodology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Shape 6"/>
          <p:cNvSpPr/>
          <p:nvPr/>
        </p:nvSpPr>
        <p:spPr>
          <a:xfrm>
            <a:off x="82296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years daily data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82880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3" name="Shape 11"/>
          <p:cNvSpPr/>
          <p:nvPr/>
        </p:nvSpPr>
        <p:spPr>
          <a:xfrm>
            <a:off x="205740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2"/>
          <p:cNvSpPr/>
          <p:nvPr/>
        </p:nvSpPr>
        <p:spPr>
          <a:xfrm>
            <a:off x="256032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256032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214884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14884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bfill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 + </a:t>
            </a:r>
            <a:r>
              <a:rPr lang="en-US" sz="1100" err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dropna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 +</a:t>
            </a:r>
            <a:endParaRPr lang="en-US" sz="1100" err="1"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review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56616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379476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8"/>
          <p:cNvSpPr/>
          <p:nvPr/>
        </p:nvSpPr>
        <p:spPr>
          <a:xfrm>
            <a:off x="429768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429768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388620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388620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Simple Moving Average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tests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30352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553212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24"/>
          <p:cNvSpPr/>
          <p:nvPr/>
        </p:nvSpPr>
        <p:spPr>
          <a:xfrm>
            <a:off x="603504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7" name="Text 25"/>
          <p:cNvSpPr/>
          <p:nvPr/>
        </p:nvSpPr>
        <p:spPr>
          <a:xfrm>
            <a:off x="603504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62356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62356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with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70408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269480" y="109728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Shape 30"/>
          <p:cNvSpPr/>
          <p:nvPr/>
        </p:nvSpPr>
        <p:spPr>
          <a:xfrm>
            <a:off x="7772400" y="1280160"/>
            <a:ext cx="594360" cy="5943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1"/>
          <p:cNvSpPr/>
          <p:nvPr/>
        </p:nvSpPr>
        <p:spPr>
          <a:xfrm>
            <a:off x="7772400" y="13258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7360920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7360920" y="24231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· MAE · MAPE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sequential split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457200" y="3383280"/>
            <a:ext cx="3931920" cy="11887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7" name="Text 35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64008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patterns contain predictive signal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Relationships persist over forecast horizon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Prices reflect historical time-series info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4023360" cy="11887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0" name="Text 38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484632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Black-swan events &amp; regime shifts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/ geopolitical shocks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model eliminates investment risk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Highlights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Simple Moving Average for trend smoothing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test: raw series non-stationary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57200" y="1853766"/>
            <a:ext cx="4023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89948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40080" y="212808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std-dev shows clustering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Model-Specific Prep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4754880" y="123444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Remove extreme 2–4% daily returns to improve R²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+ log transform for stationarity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4754880" y="251460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493776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Bias, MA Divergence, CV, Activity, Vol Momentum</a:t>
            </a:r>
          </a:p>
          <a:p>
            <a:r>
              <a:rPr lang="en-US" sz="1100">
                <a:solidFill>
                  <a:srgbClr val="2C3E50"/>
                </a:solidFill>
                <a:ea typeface="Calibri"/>
                <a:cs typeface="Calibri"/>
              </a:rPr>
              <a:t>Target: Next-day return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3154680"/>
            <a:ext cx="3931920" cy="54864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[0,1]; stacked LSTM + Dropout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Model Architecture &amp; Tuning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54864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β₁X₁ + … + βₙXₙ + ε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model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Historical predictors + lags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Assumes linear relationship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c + ΣφᵢY₍ₜ₋ᵢ₎ + Σθⱼε₍ₜ₋ⱼ₎ + εₜ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(p,d,q)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Stationarity validated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Autocorrelation focus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(1/B) Σ Tᵦ(X)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• </a:t>
            </a:r>
            <a:r>
              <a:rPr lang="en-US" sz="1200" dirty="0" err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n_est</a:t>
            </a:r>
            <a:r>
              <a:rPr lang="en-US" sz="1200" dirty="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: 100/200, </a:t>
            </a:r>
            <a:r>
              <a:rPr lang="en-US" sz="1200" dirty="0" err="1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max_depth</a:t>
            </a:r>
            <a:r>
              <a:rPr lang="en-US" sz="1200" dirty="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: 3/5/7,</a:t>
            </a:r>
            <a:endParaRPr lang="en-US" sz="1200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lang="en-US" sz="1200" dirty="0">
                <a:solidFill>
                  <a:srgbClr val="2C3E50"/>
                </a:solidFill>
                <a:ea typeface="Calibri"/>
                <a:cs typeface="Calibri"/>
              </a:rPr>
              <a:t>   </a:t>
            </a:r>
            <a:r>
              <a:rPr lang="en-US" sz="1200" dirty="0" err="1">
                <a:solidFill>
                  <a:srgbClr val="2C3E50"/>
                </a:solidFill>
                <a:ea typeface="Calibri"/>
                <a:cs typeface="Calibri"/>
              </a:rPr>
              <a:t>min_sample_leaf</a:t>
            </a:r>
            <a:r>
              <a:rPr lang="en-US" sz="1200" dirty="0">
                <a:solidFill>
                  <a:srgbClr val="2C3E50"/>
                </a:solidFill>
                <a:ea typeface="Calibri"/>
                <a:cs typeface="Calibri"/>
              </a:rPr>
              <a:t>: 20, 30</a:t>
            </a:r>
          </a:p>
          <a:p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</a:rPr>
              <a:t>• Convert the predicted returns to predicted price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9160" y="26974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21"/>
          <p:cNvSpPr/>
          <p:nvPr/>
        </p:nvSpPr>
        <p:spPr>
          <a:xfrm>
            <a:off x="4709160" y="2697480"/>
            <a:ext cx="91440" cy="16916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937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oₜ · tanh(Cₜ)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Stacked LSTM + Dropout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 output, Adam, MSE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Chronological split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= better forecasting accuracy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2103120" y="1371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103120" y="1691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magnitude of residual errors on a linear scale. Robust to outliers. Expressed in price units.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2103120" y="2743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penalizes large deviations. Critical for assessing whether models mitigate tail-risk prediction errors.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1463040" cy="914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2103120" y="3474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Percentage Error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103120" y="3794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Scale-independent percentage error. Enables fair comparison across assets with different price levels.</a:t>
            </a:r>
            <a:endParaRPr lang="en-US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Results Overview — Best Model by Asset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274320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743200" y="1463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/ ARIMA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274320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50292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5486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27432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7432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02920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RMSE, MAE &amp; MAPE</a:t>
            </a:r>
            <a:endParaRPr lang="en-US" sz="130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274320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across metrics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dominates → asset-dependent performance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Results — S&amp;P 500 &amp; HSI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S&amp;P 500 Model Performance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114800" cy="292608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50876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51460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520440" y="1170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57200" y="1435608"/>
            <a:ext cx="4114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50292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50876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234.14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51460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193.00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520440" y="1453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2.68%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57200" y="1728216"/>
            <a:ext cx="4114800" cy="292608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9" name="Text 17"/>
          <p:cNvSpPr/>
          <p:nvPr/>
        </p:nvSpPr>
        <p:spPr>
          <a:xfrm>
            <a:off x="50292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50876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474.98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51460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468.22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3520440" y="17465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7.65%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457200" y="2020824"/>
            <a:ext cx="4114800" cy="29260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4" name="Text 22"/>
          <p:cNvSpPr/>
          <p:nvPr/>
        </p:nvSpPr>
        <p:spPr>
          <a:xfrm>
            <a:off x="50292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50876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223.58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251460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153.29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3520440" y="203911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2.21%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57200" y="2313432"/>
            <a:ext cx="4114800" cy="29260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7"/>
          <p:cNvSpPr/>
          <p:nvPr/>
        </p:nvSpPr>
        <p:spPr>
          <a:xfrm>
            <a:off x="50292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150876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222.49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251460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156.09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3520440" y="2331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2.23%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5720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lowest RMSE; RF lowest MAE/MAPE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84632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2. HSI Model Performance</a:t>
            </a:r>
            <a:endParaRPr lang="en-US" sz="1300"/>
          </a:p>
        </p:txBody>
      </p:sp>
      <p:sp>
        <p:nvSpPr>
          <p:cNvPr id="35" name="Shape 33"/>
          <p:cNvSpPr/>
          <p:nvPr/>
        </p:nvSpPr>
        <p:spPr>
          <a:xfrm>
            <a:off x="4846320" y="1143000"/>
            <a:ext cx="3931920" cy="292608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585216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81228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7772400" y="1170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4846320" y="1435608"/>
            <a:ext cx="3931920" cy="29260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1" name="Text 39"/>
          <p:cNvSpPr/>
          <p:nvPr/>
        </p:nvSpPr>
        <p:spPr>
          <a:xfrm>
            <a:off x="489204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585216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1,438.64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681228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1,177.65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7772400" y="1453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4.59%</a:t>
            </a:r>
            <a:endParaRPr lang="en-US" sz="1100"/>
          </a:p>
        </p:txBody>
      </p:sp>
      <p:sp>
        <p:nvSpPr>
          <p:cNvPr id="45" name="Shape 43"/>
          <p:cNvSpPr/>
          <p:nvPr/>
        </p:nvSpPr>
        <p:spPr>
          <a:xfrm>
            <a:off x="4846320" y="1728216"/>
            <a:ext cx="3931920" cy="292608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6" name="Text 44"/>
          <p:cNvSpPr/>
          <p:nvPr/>
        </p:nvSpPr>
        <p:spPr>
          <a:xfrm>
            <a:off x="489204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585216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2,351.28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681228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2,311.69</a:t>
            </a:r>
            <a:endParaRPr lang="en-US" sz="1100"/>
          </a:p>
        </p:txBody>
      </p:sp>
      <p:sp>
        <p:nvSpPr>
          <p:cNvPr id="49" name="Text 47"/>
          <p:cNvSpPr/>
          <p:nvPr/>
        </p:nvSpPr>
        <p:spPr>
          <a:xfrm>
            <a:off x="7772400" y="1746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9.67%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4846320" y="2020824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1" name="Text 49"/>
          <p:cNvSpPr/>
          <p:nvPr/>
        </p:nvSpPr>
        <p:spPr>
          <a:xfrm>
            <a:off x="489204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585216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2,036.34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681228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1,630.29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7772400" y="2039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6.55%</a:t>
            </a:r>
            <a:endParaRPr lang="en-US" sz="1100"/>
          </a:p>
        </p:txBody>
      </p:sp>
      <p:sp>
        <p:nvSpPr>
          <p:cNvPr id="55" name="Shape 53"/>
          <p:cNvSpPr/>
          <p:nvPr/>
        </p:nvSpPr>
        <p:spPr>
          <a:xfrm>
            <a:off x="4846320" y="2313432"/>
            <a:ext cx="3931920" cy="292608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6" name="Text 54"/>
          <p:cNvSpPr/>
          <p:nvPr/>
        </p:nvSpPr>
        <p:spPr>
          <a:xfrm>
            <a:off x="489204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585216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1,661.94</a:t>
            </a:r>
            <a:endParaRPr lang="en-US" sz="1100"/>
          </a:p>
        </p:txBody>
      </p:sp>
      <p:sp>
        <p:nvSpPr>
          <p:cNvPr id="58" name="Text 56"/>
          <p:cNvSpPr/>
          <p:nvPr/>
        </p:nvSpPr>
        <p:spPr>
          <a:xfrm>
            <a:off x="681228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1,400.72</a:t>
            </a:r>
            <a:endParaRPr lang="en-US" sz="1100"/>
          </a:p>
        </p:txBody>
      </p:sp>
      <p:sp>
        <p:nvSpPr>
          <p:cNvPr id="59" name="Text 57"/>
          <p:cNvSpPr/>
          <p:nvPr/>
        </p:nvSpPr>
        <p:spPr>
          <a:xfrm>
            <a:off x="777240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5.63%</a:t>
            </a:r>
            <a:endParaRPr lang="en-US" sz="1100"/>
          </a:p>
        </p:txBody>
      </p:sp>
      <p:sp>
        <p:nvSpPr>
          <p:cNvPr id="60" name="Text 58"/>
          <p:cNvSpPr/>
          <p:nvPr/>
        </p:nvSpPr>
        <p:spPr>
          <a:xfrm>
            <a:off x="4846320" y="2697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clearly best for HSI</a:t>
            </a:r>
            <a:endParaRPr lang="en-US" sz="1100"/>
          </a:p>
        </p:txBody>
      </p:sp>
      <p:sp>
        <p:nvSpPr>
          <p:cNvPr id="63" name="Shape 61"/>
          <p:cNvSpPr/>
          <p:nvPr/>
        </p:nvSpPr>
        <p:spPr>
          <a:xfrm>
            <a:off x="4846320" y="3108960"/>
            <a:ext cx="3931920" cy="1371600"/>
          </a:xfrm>
          <a:prstGeom prst="rect">
            <a:avLst/>
          </a:prstGeom>
          <a:solidFill>
            <a:srgbClr val="F1EDE6"/>
          </a:solidFill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4" name="Text 62"/>
          <p:cNvSpPr/>
          <p:nvPr/>
        </p:nvSpPr>
        <p:spPr>
          <a:xfrm>
            <a:off x="48463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HSI forecast chart / residual plot]</a:t>
            </a:r>
            <a:endParaRPr lang="en-US" sz="12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2E4D98-ED05-598C-7E9F-CDF5B7BB9EB0}"/>
              </a:ext>
            </a:extLst>
          </p:cNvPr>
          <p:cNvSpPr txBox="1"/>
          <p:nvPr/>
        </p:nvSpPr>
        <p:spPr>
          <a:xfrm>
            <a:off x="113162" y="2917891"/>
            <a:ext cx="215646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>
                <a:ea typeface="Calibri"/>
                <a:cs typeface="Calibri"/>
              </a:rPr>
              <a:t>ARMIA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AC61A6-FBC6-D624-DCAB-2FBB3D741CFC}"/>
              </a:ext>
            </a:extLst>
          </p:cNvPr>
          <p:cNvSpPr txBox="1"/>
          <p:nvPr/>
        </p:nvSpPr>
        <p:spPr>
          <a:xfrm>
            <a:off x="2511989" y="2920582"/>
            <a:ext cx="19170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Calibri"/>
                <a:cs typeface="Calibri"/>
              </a:rPr>
              <a:t>Random Forest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0D63D47-29BF-74BF-52AC-E968C322D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687" y="3185654"/>
            <a:ext cx="2173605" cy="163642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1BDF6F1-A284-2009-A3E5-DFE64C146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4" y="3120307"/>
            <a:ext cx="2455741" cy="1719883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A923790E-C038-72BB-0D3E-378C3417F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632" y="3050962"/>
            <a:ext cx="3933949" cy="17711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Results — Individual Equities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0386.HK (Sinopec)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7432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LSTM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0058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6916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237744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7432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3200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0058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6916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237744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6.99%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74320" y="190195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3200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0058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6916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237744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4.85%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74320" y="217627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3200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0058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6916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37744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11.77%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7432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8"/>
          <p:cNvSpPr/>
          <p:nvPr/>
        </p:nvSpPr>
        <p:spPr>
          <a:xfrm>
            <a:off x="3200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10058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6916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237744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7.17%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27432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captures nonlinear temporal deps.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320040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0388.HK (HKEX)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320040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320040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8" name="Text 36"/>
          <p:cNvSpPr/>
          <p:nvPr/>
        </p:nvSpPr>
        <p:spPr>
          <a:xfrm>
            <a:off x="32461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39319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6177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530352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320040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3" name="Text 41"/>
          <p:cNvSpPr/>
          <p:nvPr/>
        </p:nvSpPr>
        <p:spPr>
          <a:xfrm>
            <a:off x="32461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9319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21.59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6177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17.65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30352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4.43%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3200400" y="190195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39319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45.53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6177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44.24</a:t>
            </a:r>
            <a:endParaRPr lang="en-US" sz="1000"/>
          </a:p>
        </p:txBody>
      </p:sp>
      <p:sp>
        <p:nvSpPr>
          <p:cNvPr id="51" name="Text 49"/>
          <p:cNvSpPr/>
          <p:nvPr/>
        </p:nvSpPr>
        <p:spPr>
          <a:xfrm>
            <a:off x="530352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11.38%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3200400" y="217627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3" name="Text 51"/>
          <p:cNvSpPr/>
          <p:nvPr/>
        </p:nvSpPr>
        <p:spPr>
          <a:xfrm>
            <a:off x="32461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39319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14.89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46177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12.28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530352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3.12%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320040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58" name="Text 56"/>
          <p:cNvSpPr/>
          <p:nvPr/>
        </p:nvSpPr>
        <p:spPr>
          <a:xfrm>
            <a:off x="32461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39319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30.66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6177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27.26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530352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7.01%</a:t>
            </a:r>
            <a:endParaRPr lang="en-US" sz="1000"/>
          </a:p>
        </p:txBody>
      </p:sp>
      <p:sp>
        <p:nvSpPr>
          <p:cNvPr id="62" name="Text 60"/>
          <p:cNvSpPr/>
          <p:nvPr/>
        </p:nvSpPr>
        <p:spPr>
          <a:xfrm>
            <a:off x="320040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most effective</a:t>
            </a:r>
            <a:endParaRPr lang="en-US" sz="1100"/>
          </a:p>
        </p:txBody>
      </p:sp>
      <p:sp>
        <p:nvSpPr>
          <p:cNvPr id="63" name="Text 61"/>
          <p:cNvSpPr/>
          <p:nvPr/>
        </p:nvSpPr>
        <p:spPr>
          <a:xfrm>
            <a:off x="6126480" y="8229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0005.HK (HSBC)</a:t>
            </a:r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6126480" y="107899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Random Forest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6126480" y="1371600"/>
            <a:ext cx="2788920" cy="256032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66" name="Text 64"/>
          <p:cNvSpPr/>
          <p:nvPr/>
        </p:nvSpPr>
        <p:spPr>
          <a:xfrm>
            <a:off x="61722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/>
          </a:p>
        </p:txBody>
      </p:sp>
      <p:sp>
        <p:nvSpPr>
          <p:cNvPr id="67" name="Text 65"/>
          <p:cNvSpPr/>
          <p:nvPr/>
        </p:nvSpPr>
        <p:spPr>
          <a:xfrm>
            <a:off x="68580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/>
          </a:p>
        </p:txBody>
      </p:sp>
      <p:sp>
        <p:nvSpPr>
          <p:cNvPr id="68" name="Text 66"/>
          <p:cNvSpPr/>
          <p:nvPr/>
        </p:nvSpPr>
        <p:spPr>
          <a:xfrm>
            <a:off x="75438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/>
          </a:p>
        </p:txBody>
      </p:sp>
      <p:sp>
        <p:nvSpPr>
          <p:cNvPr id="69" name="Text 67"/>
          <p:cNvSpPr/>
          <p:nvPr/>
        </p:nvSpPr>
        <p:spPr>
          <a:xfrm>
            <a:off x="8229600" y="13898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6126480" y="1627632"/>
            <a:ext cx="2788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1" name="Text 69"/>
          <p:cNvSpPr/>
          <p:nvPr/>
        </p:nvSpPr>
        <p:spPr>
          <a:xfrm>
            <a:off x="61722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/>
          </a:p>
        </p:txBody>
      </p:sp>
      <p:sp>
        <p:nvSpPr>
          <p:cNvPr id="72" name="Text 70"/>
          <p:cNvSpPr/>
          <p:nvPr/>
        </p:nvSpPr>
        <p:spPr>
          <a:xfrm>
            <a:off x="68580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37.83</a:t>
            </a:r>
            <a:endParaRPr lang="en-US" sz="1000"/>
          </a:p>
        </p:txBody>
      </p:sp>
      <p:sp>
        <p:nvSpPr>
          <p:cNvPr id="73" name="Text 71"/>
          <p:cNvSpPr/>
          <p:nvPr/>
        </p:nvSpPr>
        <p:spPr>
          <a:xfrm>
            <a:off x="75438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36.49</a:t>
            </a:r>
            <a:endParaRPr lang="en-US" sz="1000"/>
          </a:p>
        </p:txBody>
      </p:sp>
      <p:sp>
        <p:nvSpPr>
          <p:cNvPr id="74" name="Text 72"/>
          <p:cNvSpPr/>
          <p:nvPr/>
        </p:nvSpPr>
        <p:spPr>
          <a:xfrm>
            <a:off x="8229600" y="16459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25.01%</a:t>
            </a:r>
            <a:endParaRPr lang="en-US" sz="1000"/>
          </a:p>
        </p:txBody>
      </p:sp>
      <p:sp>
        <p:nvSpPr>
          <p:cNvPr id="75" name="Shape 73"/>
          <p:cNvSpPr/>
          <p:nvPr/>
        </p:nvSpPr>
        <p:spPr>
          <a:xfrm>
            <a:off x="6126480" y="190195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76" name="Text 74"/>
          <p:cNvSpPr/>
          <p:nvPr/>
        </p:nvSpPr>
        <p:spPr>
          <a:xfrm>
            <a:off x="61722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/>
          </a:p>
        </p:txBody>
      </p:sp>
      <p:sp>
        <p:nvSpPr>
          <p:cNvPr id="77" name="Text 75"/>
          <p:cNvSpPr/>
          <p:nvPr/>
        </p:nvSpPr>
        <p:spPr>
          <a:xfrm>
            <a:off x="68580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endParaRPr lang="en-US" sz="1000"/>
          </a:p>
        </p:txBody>
      </p:sp>
      <p:sp>
        <p:nvSpPr>
          <p:cNvPr id="78" name="Text 76"/>
          <p:cNvSpPr/>
          <p:nvPr/>
        </p:nvSpPr>
        <p:spPr>
          <a:xfrm>
            <a:off x="75438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</a:t>
            </a:r>
            <a:endParaRPr lang="en-US" sz="1000"/>
          </a:p>
        </p:txBody>
      </p:sp>
      <p:sp>
        <p:nvSpPr>
          <p:cNvPr id="79" name="Text 77"/>
          <p:cNvSpPr/>
          <p:nvPr/>
        </p:nvSpPr>
        <p:spPr>
          <a:xfrm>
            <a:off x="8229600" y="19202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12.56%</a:t>
            </a:r>
            <a:endParaRPr lang="en-US" sz="1000"/>
          </a:p>
        </p:txBody>
      </p:sp>
      <p:sp>
        <p:nvSpPr>
          <p:cNvPr id="80" name="Shape 78"/>
          <p:cNvSpPr/>
          <p:nvPr/>
        </p:nvSpPr>
        <p:spPr>
          <a:xfrm>
            <a:off x="6126480" y="2176272"/>
            <a:ext cx="278892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1" name="Text 79"/>
          <p:cNvSpPr/>
          <p:nvPr/>
        </p:nvSpPr>
        <p:spPr>
          <a:xfrm>
            <a:off x="61722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/>
          </a:p>
        </p:txBody>
      </p:sp>
      <p:sp>
        <p:nvSpPr>
          <p:cNvPr id="82" name="Text 80"/>
          <p:cNvSpPr/>
          <p:nvPr/>
        </p:nvSpPr>
        <p:spPr>
          <a:xfrm>
            <a:off x="68580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8.21</a:t>
            </a:r>
            <a:endParaRPr lang="en-US" sz="1000"/>
          </a:p>
        </p:txBody>
      </p:sp>
      <p:sp>
        <p:nvSpPr>
          <p:cNvPr id="83" name="Text 81"/>
          <p:cNvSpPr/>
          <p:nvPr/>
        </p:nvSpPr>
        <p:spPr>
          <a:xfrm>
            <a:off x="75438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6.76</a:t>
            </a:r>
            <a:endParaRPr lang="en-US" sz="1000"/>
          </a:p>
        </p:txBody>
      </p:sp>
      <p:sp>
        <p:nvSpPr>
          <p:cNvPr id="84" name="Text 82"/>
          <p:cNvSpPr/>
          <p:nvPr/>
        </p:nvSpPr>
        <p:spPr>
          <a:xfrm>
            <a:off x="8229600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4.55%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6126480" y="2450592"/>
            <a:ext cx="2788920" cy="274320"/>
          </a:xfrm>
          <a:prstGeom prst="rect">
            <a:avLst/>
          </a:prstGeom>
          <a:solidFill>
            <a:srgbClr val="F1EDE6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6" name="Text 84"/>
          <p:cNvSpPr/>
          <p:nvPr/>
        </p:nvSpPr>
        <p:spPr>
          <a:xfrm>
            <a:off x="61722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000"/>
          </a:p>
        </p:txBody>
      </p:sp>
      <p:sp>
        <p:nvSpPr>
          <p:cNvPr id="87" name="Text 85"/>
          <p:cNvSpPr/>
          <p:nvPr/>
        </p:nvSpPr>
        <p:spPr>
          <a:xfrm>
            <a:off x="68580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13.88</a:t>
            </a:r>
            <a:endParaRPr lang="en-US" sz="1000"/>
          </a:p>
        </p:txBody>
      </p:sp>
      <p:sp>
        <p:nvSpPr>
          <p:cNvPr id="88" name="Text 86"/>
          <p:cNvSpPr/>
          <p:nvPr/>
        </p:nvSpPr>
        <p:spPr>
          <a:xfrm>
            <a:off x="75438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11.82</a:t>
            </a:r>
            <a:endParaRPr lang="en-US" sz="1000"/>
          </a:p>
        </p:txBody>
      </p:sp>
      <p:sp>
        <p:nvSpPr>
          <p:cNvPr id="89" name="Text 87"/>
          <p:cNvSpPr/>
          <p:nvPr/>
        </p:nvSpPr>
        <p:spPr>
          <a:xfrm>
            <a:off x="8229600" y="2468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7.81%</a:t>
            </a:r>
            <a:endParaRPr lang="en-US" sz="1000"/>
          </a:p>
        </p:txBody>
      </p:sp>
      <p:sp>
        <p:nvSpPr>
          <p:cNvPr id="90" name="Text 88"/>
          <p:cNvSpPr/>
          <p:nvPr/>
        </p:nvSpPr>
        <p:spPr>
          <a:xfrm>
            <a:off x="612648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best across all metrics</a:t>
            </a:r>
            <a:endParaRPr lang="en-US" sz="11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40CBB6C-88DC-E077-6CD8-8D8F747A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62" y="3183112"/>
            <a:ext cx="2404383" cy="171858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298B086-FBD4-FAFE-23F1-CF23FB13B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6596" y="3182029"/>
            <a:ext cx="2404381" cy="1736727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F9C41EA-2E52-2203-BDCE-F49133415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47" y="3108702"/>
            <a:ext cx="2793086" cy="1715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Recommendations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8" name="Text 6"/>
          <p:cNvSpPr/>
          <p:nvPr/>
        </p:nvSpPr>
        <p:spPr>
          <a:xfrm>
            <a:off x="457200" y="9418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1005840" y="868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asset-type-based model selection rather than a single methodology across all securities.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Forest as the default production model — best overall balance of RMSE, MAE and MAPE.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05840" y="2057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ARIMA as benchmark / validation model for market indices (strong on S&amp;P 500).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7249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LSTM selectively for stocks with pronounced nonlinear temporal dependencies (e.g., 0386.HK).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1005840" y="32461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external macro indicators, sector sentiment, and implied volatility to enhance predictive breadth.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1005840" y="38404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dynamically and early-stop to prevent overfitting; build weighted portfolios and track cumulative returns.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Conclusion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Forecasting performance is asset-dependent — no universal winner.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 Forest delivered the strongest overall capability across most assets.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ARIMA remains highly competitive for index-level forecasting.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LSTM excels where nonlinear temporal relationships dominate.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Approach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framework combining ARIMA + Random Forest + LSTM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accuracy, robustness across regimes, and decision quality.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7D858-D0D1-F214-4D6F-6C9CC1B0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FF22EA-1FF5-8260-6B39-228B8907E148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24FBE0-C9A5-B918-6CA2-0B641B332163}"/>
              </a:ext>
            </a:extLst>
          </p:cNvPr>
          <p:cNvSpPr/>
          <p:nvPr/>
        </p:nvSpPr>
        <p:spPr>
          <a:xfrm>
            <a:off x="64008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latin typeface="Cambria"/>
                <a:ea typeface="Cambria"/>
              </a:rPr>
              <a:t>Appendix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5835DA-3431-FA27-59E2-E7ECC52D1F9E}"/>
              </a:ext>
            </a:extLst>
          </p:cNvPr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>
              <a:solidFill>
                <a:srgbClr val="6B728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5540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96401-EB3E-0425-5E6B-ED48AD1B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01F32D-6AE6-4FB4-C664-42E0FDFF80D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33C106-44D6-BCB3-9557-666D8ECCCF5B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ARIMA (S&amp;P500)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BD92B7-31BD-2ADA-5A60-6DDB3704B376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D33625-9FFF-3235-2B9F-36B050AFE41A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4E7212-1202-C00C-3575-8B7FFF8DAA82}"/>
              </a:ext>
            </a:extLst>
          </p:cNvPr>
          <p:cNvSpPr/>
          <p:nvPr/>
        </p:nvSpPr>
        <p:spPr>
          <a:xfrm>
            <a:off x="457200" y="477989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A5BD6B-5109-2A5A-45B9-987265EA8C23}"/>
              </a:ext>
            </a:extLst>
          </p:cNvPr>
          <p:cNvSpPr/>
          <p:nvPr/>
        </p:nvSpPr>
        <p:spPr>
          <a:xfrm>
            <a:off x="1804573" y="4504523"/>
            <a:ext cx="5951269" cy="272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315331-B89C-23BD-9CB2-4C490816E165}"/>
              </a:ext>
            </a:extLst>
          </p:cNvPr>
          <p:cNvGrpSpPr/>
          <p:nvPr/>
        </p:nvGrpSpPr>
        <p:grpSpPr>
          <a:xfrm>
            <a:off x="1401925" y="713331"/>
            <a:ext cx="6516125" cy="4067246"/>
            <a:chOff x="1401925" y="713331"/>
            <a:chExt cx="6516125" cy="406724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C37D70-595E-9A39-13BC-A431F4085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1925" y="713331"/>
              <a:ext cx="6516125" cy="406724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3F76E6-CCCC-0239-3531-8A58566804C7}"/>
                </a:ext>
              </a:extLst>
            </p:cNvPr>
            <p:cNvSpPr/>
            <p:nvPr/>
          </p:nvSpPr>
          <p:spPr>
            <a:xfrm>
              <a:off x="5493569" y="894729"/>
              <a:ext cx="694172" cy="1230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952404-EC23-D97C-FA98-4A6F8A1B86FD}"/>
                </a:ext>
              </a:extLst>
            </p:cNvPr>
            <p:cNvSpPr txBox="1"/>
            <p:nvPr/>
          </p:nvSpPr>
          <p:spPr>
            <a:xfrm>
              <a:off x="1601816" y="4503795"/>
              <a:ext cx="6306806" cy="2154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800">
                  <a:ea typeface="Calibri"/>
                  <a:cs typeface="Calibri"/>
                </a:rPr>
                <a:t>          2023-01                2023-07                  2024-01                 2024-07               2025-01                   2025-07               2026-01                 2026-07       2026-09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4207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3193-B03F-BADA-9D68-76F353BB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D5E3E3-8294-EEC6-C400-D0541E84110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55AA97-7C02-82AA-E1E0-3C86FA183494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(S&amp;P500)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3AB8D7-653A-885C-078C-36B1E5FA32F2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C498F3-35B8-58EE-1C26-BAAA20A50BFB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8619D7-516F-080A-1662-7EB1A553A6E4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7064A3-ABE4-BC43-F85F-69CFFE6FA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8" y="699135"/>
            <a:ext cx="6555105" cy="385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08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CA193-F08E-C5C3-BC37-766C5BCE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57CDD1-A798-8D59-5A5F-904EC36378C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B5E7EB-5A46-F15B-FEB5-0ECDC9D12ED6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Linear Regression (HIS)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88547F-C903-EA42-D995-970A0495A019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ED20B-AD46-9D49-F4F4-420F4B60DFF6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234160-ECAA-642F-2E60-EE13146F4C7F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404CFA2-D922-8940-DE21-0A542E39DF41}"/>
              </a:ext>
            </a:extLst>
          </p:cNvPr>
          <p:cNvSpPr txBox="1"/>
          <p:nvPr/>
        </p:nvSpPr>
        <p:spPr>
          <a:xfrm>
            <a:off x="271811" y="4516244"/>
            <a:ext cx="86631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Extreme Data Removed (Daily Return &gt; 2%) No. of Extreme Data Removed : 109</a:t>
            </a:r>
            <a:endParaRPr lang="zh-TW" altLang="en-US">
              <a:cs typeface="Calibri" panose="020F0502020204030204"/>
            </a:endParaRPr>
          </a:p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925707-C206-C864-7951-5BC2760A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2" y="642366"/>
            <a:ext cx="8570976" cy="38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0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82BDC-4B1D-D71D-E5E6-75953CF7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00614-F77E-2892-2CD5-1555AC80B50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F21313-1986-FC73-5A99-320892F29ABA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LSTM (0386.HK)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40A638-24E0-5336-B82A-5262CBF44F12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052DEA-2BBE-C65C-4323-2B05EE7BF371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8512D0-E975-F957-FFBC-E5A5EBCB677C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5FE0B-F6A3-5E01-30D4-6533AC1CC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6" y="658032"/>
            <a:ext cx="6667663" cy="407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60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DDF9A7-EA53-D908-8691-4A2AD00B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4C8298-E9E7-2A3E-213C-3F97E3CBE59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28A961-E34A-28F6-A2D4-ADEE7DC564BF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(0388.HK)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5188E4-A6BF-BE74-6072-CB3C092EF37C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51D128-C3C8-887F-CF16-E01A2B2E7ECD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C26373-BB1D-AC7F-7AF8-D2F15175EB0C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7A2155-554D-E4F1-667D-C4A37FDB0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66" y="730704"/>
            <a:ext cx="6250667" cy="368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14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20EDD-2820-1F34-C497-F1D689F6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12E078-7BE5-8010-5EC2-0251F35D5AB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6C056C-98AB-33DF-589A-6963B8064E3E}"/>
              </a:ext>
            </a:extLst>
          </p:cNvPr>
          <p:cNvSpPr/>
          <p:nvPr/>
        </p:nvSpPr>
        <p:spPr>
          <a:xfrm>
            <a:off x="457200" y="228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1A2332"/>
                </a:solidFill>
                <a:latin typeface="Georgia"/>
              </a:rPr>
              <a:t>Random Forest (0005.HK)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EECAD0-1933-0700-E1AE-E760AA78AFEE}"/>
              </a:ext>
            </a:extLst>
          </p:cNvPr>
          <p:cNvSpPr/>
          <p:nvPr/>
        </p:nvSpPr>
        <p:spPr>
          <a:xfrm>
            <a:off x="7772400" y="25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1A5D65-C103-5A49-BD6C-FD8E9E86DF07}"/>
              </a:ext>
            </a:extLst>
          </p:cNvPr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2AA8E0-F3A1-4C9E-3B49-DD50C3403546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CT298 · Python Data Analysis · 20 Oct 2026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0C553F-D61A-89FE-5C0D-0F958642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66" y="839561"/>
            <a:ext cx="6250669" cy="37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Microsoft Office PowerPoint</Application>
  <PresentationFormat>On-screen Show (16:9)</PresentationFormat>
  <Paragraphs>375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Forecast Capability Assessment</dc:title>
  <dc:subject>Linear Regression, ARIMA, Random Forest and LSTM Models</dc:subject>
  <dc:creator>Cheng Ying Yu, Ku Ho Kat, Pong Zhun Log, Wong Sai Cheong</dc:creator>
  <cp:lastModifiedBy>USER</cp:lastModifiedBy>
  <cp:revision>34</cp:revision>
  <dcterms:created xsi:type="dcterms:W3CDTF">2026-10-13T07:30:48Z</dcterms:created>
  <dcterms:modified xsi:type="dcterms:W3CDTF">2026-10-20T04:07:23Z</dcterms:modified>
</cp:coreProperties>
</file>