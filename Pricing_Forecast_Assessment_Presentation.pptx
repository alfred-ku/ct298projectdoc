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1" r:id="rId17"/>
    <p:sldId id="274" r:id="rId18"/>
    <p:sldId id="273" r:id="rId19"/>
    <p:sldId id="275" r:id="rId20"/>
    <p:sldId id="276" r:id="rId21"/>
    <p:sldId id="27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75" dt="2026-10-14T04:30:11.797"/>
    <p1510:client id="{0C20F704-4D9B-6EE2-4FDB-AFCA7C57AC4E}" v="9" dt="2026-10-15T03:29:12.833"/>
    <p1510:client id="{1FFCE5F5-5C85-40EA-A56F-414B3CA7EDB2}" v="159" dt="2026-10-14T04:09:02.770"/>
    <p1510:client id="{200C91C0-FFD4-62BC-0AAF-9FB8B5F9A736}" v="13" dt="2026-10-15T04:43:47.070"/>
    <p1510:client id="{47F2AA4E-CABF-B6DB-FEDA-8367C57FA855}" v="158" dt="2026-10-14T03:39:23.678"/>
    <p1510:client id="{541B53D7-0F5C-3DE6-3EC9-F25E7BFACF64}" v="14" dt="2026-10-13T07:33:53.952"/>
    <p1510:client id="{7530DC1E-B829-E4EE-B787-0E450E1DCF18}" v="428" dt="2026-10-14T12:13:19.477"/>
    <p1510:client id="{7D14901B-77EE-D7A8-36F9-9870022297F3}" v="15" dt="2026-10-14T08:00:42.264"/>
    <p1510:client id="{D6CFC487-5B0C-B748-F2C1-FE5A511483C8}" v="111" dt="2026-10-14T04:25:25.046"/>
    <p1510:client id="{FDBEFA26-BB86-DB6F-1472-54E4625676EF}" v="29" dt="2026-10-14T03:16:52.2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來賓使用者" providerId="Windows Live" clId="Web-{47F2AA4E-CABF-B6DB-FEDA-8367C57FA855}"/>
    <pc:docChg chg="addSld delSld modSld sldOrd">
      <pc:chgData name="來賓使用者" userId="" providerId="Windows Live" clId="Web-{47F2AA4E-CABF-B6DB-FEDA-8367C57FA855}" dt="2026-10-14T03:39:23.678" v="144" actId="14100"/>
      <pc:docMkLst>
        <pc:docMk/>
      </pc:docMkLst>
      <pc:sldChg chg="modSp">
        <pc:chgData name="來賓使用者" userId="" providerId="Windows Live" clId="Web-{47F2AA4E-CABF-B6DB-FEDA-8367C57FA855}" dt="2026-10-14T01:55:59.390" v="15" actId="20577"/>
        <pc:sldMkLst>
          <pc:docMk/>
          <pc:sldMk cId="0" sldId="260"/>
        </pc:sldMkLst>
        <pc:spChg chg="mod">
          <ac:chgData name="來賓使用者" userId="" providerId="Windows Live" clId="Web-{47F2AA4E-CABF-B6DB-FEDA-8367C57FA855}" dt="2026-10-14T01:55:59.390" v="15" actId="20577"/>
          <ac:spMkLst>
            <pc:docMk/>
            <pc:sldMk cId="0" sldId="260"/>
            <ac:spMk id="22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01:25.156" v="47" actId="20577"/>
        <pc:sldMkLst>
          <pc:docMk/>
          <pc:sldMk cId="0" sldId="261"/>
        </pc:sldMkLst>
        <pc:spChg chg="mod">
          <ac:chgData name="來賓使用者" userId="" providerId="Windows Live" clId="Web-{47F2AA4E-CABF-B6DB-FEDA-8367C57FA855}" dt="2026-10-14T03:00:40.764" v="26" actId="20577"/>
          <ac:spMkLst>
            <pc:docMk/>
            <pc:sldMk cId="0" sldId="261"/>
            <ac:spMk id="17" creationId="{00000000-0000-0000-0000-000000000000}"/>
          </ac:spMkLst>
        </pc:spChg>
        <pc:spChg chg="mod">
          <ac:chgData name="來賓使用者" userId="" providerId="Windows Live" clId="Web-{47F2AA4E-CABF-B6DB-FEDA-8367C57FA855}" dt="2026-10-14T03:01:25.156" v="47" actId="20577"/>
          <ac:spMkLst>
            <pc:docMk/>
            <pc:sldMk cId="0" sldId="261"/>
            <ac:spMk id="23" creationId="{00000000-0000-0000-0000-000000000000}"/>
          </ac:spMkLst>
        </pc:spChg>
      </pc:sldChg>
      <pc:sldChg chg="modSp">
        <pc:chgData name="來賓使用者" userId="" providerId="Windows Live" clId="Web-{47F2AA4E-CABF-B6DB-FEDA-8367C57FA855}" dt="2026-10-14T03:20:22.261" v="70" actId="20577"/>
        <pc:sldMkLst>
          <pc:docMk/>
          <pc:sldMk cId="0" sldId="262"/>
        </pc:sldMkLst>
        <pc:spChg chg="mod">
          <ac:chgData name="來賓使用者" userId="" providerId="Windows Live" clId="Web-{47F2AA4E-CABF-B6DB-FEDA-8367C57FA855}" dt="2026-10-14T03:01:46.641" v="68" actId="2057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來賓使用者" userId="" providerId="Windows Live" clId="Web-{47F2AA4E-CABF-B6DB-FEDA-8367C57FA855}" dt="2026-10-14T03:20:22.261" v="70" actId="20577"/>
          <ac:spMkLst>
            <pc:docMk/>
            <pc:sldMk cId="0" sldId="262"/>
            <ac:spMk id="13" creationId="{00000000-0000-0000-0000-000000000000}"/>
          </ac:spMkLst>
        </pc:spChg>
        <pc:spChg chg="mod">
          <ac:chgData name="來賓使用者" userId="" providerId="Windows Live" clId="Web-{47F2AA4E-CABF-B6DB-FEDA-8367C57FA855}" dt="2026-10-14T01:58:49.444" v="22" actId="20577"/>
          <ac:spMkLst>
            <pc:docMk/>
            <pc:sldMk cId="0" sldId="262"/>
            <ac:spMk id="23" creationId="{00000000-0000-0000-0000-000000000000}"/>
          </ac:spMkLst>
        </pc:spChg>
      </pc:sldChg>
      <pc:sldChg chg="addSp modSp">
        <pc:chgData name="來賓使用者" userId="" providerId="Windows Live" clId="Web-{47F2AA4E-CABF-B6DB-FEDA-8367C57FA855}" dt="2026-10-14T03:33:01.039" v="76" actId="14100"/>
        <pc:sldMkLst>
          <pc:docMk/>
          <pc:sldMk cId="0" sldId="266"/>
        </pc:sldMkLst>
        <pc:picChg chg="add mod">
          <ac:chgData name="來賓使用者" userId="" providerId="Windows Live" clId="Web-{47F2AA4E-CABF-B6DB-FEDA-8367C57FA855}" dt="2026-10-14T03:33:01.039" v="76" actId="14100"/>
          <ac:picMkLst>
            <pc:docMk/>
            <pc:sldMk cId="0" sldId="266"/>
            <ac:picMk id="65" creationId="{DF360993-2F42-23A1-F7A7-40AA937EA8EB}"/>
          </ac:picMkLst>
        </pc:picChg>
      </pc:sldChg>
      <pc:sldChg chg="new del">
        <pc:chgData name="來賓使用者" userId="" providerId="Windows Live" clId="Web-{47F2AA4E-CABF-B6DB-FEDA-8367C57FA855}" dt="2026-10-14T03:34:32.121" v="84"/>
        <pc:sldMkLst>
          <pc:docMk/>
          <pc:sldMk cId="1333414632" sldId="270"/>
        </pc:sldMkLst>
      </pc:sldChg>
      <pc:sldChg chg="new del">
        <pc:chgData name="來賓使用者" userId="" providerId="Windows Live" clId="Web-{47F2AA4E-CABF-B6DB-FEDA-8367C57FA855}" dt="2026-10-14T03:30:53.659" v="72"/>
        <pc:sldMkLst>
          <pc:docMk/>
          <pc:sldMk cId="2347631476" sldId="270"/>
        </pc:sldMkLst>
      </pc:sldChg>
      <pc:sldChg chg="modSp add ord replId">
        <pc:chgData name="來賓使用者" userId="" providerId="Windows Live" clId="Web-{47F2AA4E-CABF-B6DB-FEDA-8367C57FA855}" dt="2026-10-14T03:34:29.339" v="83"/>
        <pc:sldMkLst>
          <pc:docMk/>
          <pc:sldMk cId="3524207548" sldId="271"/>
        </pc:sldMkLst>
        <pc:spChg chg="mod">
          <ac:chgData name="來賓使用者" userId="" providerId="Windows Live" clId="Web-{47F2AA4E-CABF-B6DB-FEDA-8367C57FA855}" dt="2026-10-14T03:34:17.854" v="82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delSp modSp add ord replId">
        <pc:chgData name="來賓使用者" userId="" providerId="Windows Live" clId="Web-{47F2AA4E-CABF-B6DB-FEDA-8367C57FA855}" dt="2026-10-14T03:35:27.435" v="102"/>
        <pc:sldMkLst>
          <pc:docMk/>
          <pc:sldMk cId="3481052184" sldId="272"/>
        </pc:sldMkLst>
        <pc:spChg chg="mod">
          <ac:chgData name="來賓使用者" userId="" providerId="Windows Live" clId="Web-{47F2AA4E-CABF-B6DB-FEDA-8367C57FA855}" dt="2026-10-14T03:35:09.809" v="94" actId="20577"/>
          <ac:spMkLst>
            <pc:docMk/>
            <pc:sldMk cId="3481052184" sldId="272"/>
            <ac:spMk id="3" creationId="{3D67D173-0AE5-CC97-D991-6B5044FFF2C6}"/>
          </ac:spMkLst>
        </pc:spChg>
        <pc:spChg chg="del">
          <ac:chgData name="來賓使用者" userId="" providerId="Windows Live" clId="Web-{47F2AA4E-CABF-B6DB-FEDA-8367C57FA855}" dt="2026-10-14T03:35:18.466" v="101"/>
          <ac:spMkLst>
            <pc:docMk/>
            <pc:sldMk cId="3481052184" sldId="272"/>
            <ac:spMk id="5" creationId="{203220A0-D02B-05CF-60FD-34286B5F5C2B}"/>
          </ac:spMkLst>
        </pc:spChg>
        <pc:spChg chg="del mod">
          <ac:chgData name="來賓使用者" userId="" providerId="Windows Live" clId="Web-{47F2AA4E-CABF-B6DB-FEDA-8367C57FA855}" dt="2026-10-14T03:35:16.403" v="100"/>
          <ac:spMkLst>
            <pc:docMk/>
            <pc:sldMk cId="3481052184" sldId="272"/>
            <ac:spMk id="6" creationId="{947A6DDB-2035-FA71-C504-9F4C71FCD930}"/>
          </ac:spMkLst>
        </pc:spChg>
        <pc:spChg chg="mod">
          <ac:chgData name="來賓使用者" userId="" providerId="Windows Live" clId="Web-{47F2AA4E-CABF-B6DB-FEDA-8367C57FA855}" dt="2026-10-14T03:35:13.122" v="95" actId="20577"/>
          <ac:spMkLst>
            <pc:docMk/>
            <pc:sldMk cId="3481052184" sldId="272"/>
            <ac:spMk id="7" creationId="{703615A8-2CB9-5C3F-2A37-F318E7C439E8}"/>
          </ac:spMkLst>
        </pc:spChg>
      </pc:sldChg>
      <pc:sldChg chg="addSp delSp modSp">
        <pc:chgData name="來賓使用者" userId="" providerId="Windows Live" clId="Web-{47F2AA4E-CABF-B6DB-FEDA-8367C57FA855}" dt="2026-10-14T03:39:23.678" v="144" actId="14100"/>
        <pc:sldMkLst>
          <pc:docMk/>
          <pc:sldMk cId="2580809980" sldId="273"/>
        </pc:sldMkLst>
        <pc:spChg chg="mod">
          <ac:chgData name="來賓使用者" userId="" providerId="Windows Live" clId="Web-{47F2AA4E-CABF-B6DB-FEDA-8367C57FA855}" dt="2026-10-14T03:36:22.703" v="120" actId="20577"/>
          <ac:spMkLst>
            <pc:docMk/>
            <pc:sldMk cId="2580809980" sldId="273"/>
            <ac:spMk id="3" creationId="{88B5E7EB-5A46-F15B-FEB5-0ECDC9D12ED6}"/>
          </ac:spMkLst>
        </pc:spChg>
        <pc:spChg chg="add del">
          <ac:chgData name="來賓使用者" userId="" providerId="Windows Live" clId="Web-{47F2AA4E-CABF-B6DB-FEDA-8367C57FA855}" dt="2026-10-14T03:37:49.315" v="125"/>
          <ac:spMkLst>
            <pc:docMk/>
            <pc:sldMk cId="2580809980" sldId="273"/>
            <ac:spMk id="9" creationId="{35AC83FD-F587-7DE3-0273-A732D383DE6A}"/>
          </ac:spMkLst>
        </pc:spChg>
        <pc:spChg chg="add mod">
          <ac:chgData name="來賓使用者" userId="" providerId="Windows Live" clId="Web-{47F2AA4E-CABF-B6DB-FEDA-8367C57FA855}" dt="2026-10-14T03:39:23.678" v="144" actId="14100"/>
          <ac:spMkLst>
            <pc:docMk/>
            <pc:sldMk cId="2580809980" sldId="273"/>
            <ac:spMk id="10" creationId="{F404CFA2-D922-8940-DE21-0A542E39DF41}"/>
          </ac:spMkLst>
        </pc:spChg>
        <pc:picChg chg="add mod">
          <ac:chgData name="來賓使用者" userId="" providerId="Windows Live" clId="Web-{47F2AA4E-CABF-B6DB-FEDA-8367C57FA855}" dt="2026-10-14T03:38:23.567" v="141" actId="1076"/>
          <ac:picMkLst>
            <pc:docMk/>
            <pc:sldMk cId="2580809980" sldId="273"/>
            <ac:picMk id="8" creationId="{960FC8B9-A817-2FA9-6EE8-BFFC4CB2A3E7}"/>
          </ac:picMkLst>
        </pc:picChg>
      </pc:sldChg>
    </pc:docChg>
  </pc:docChgLst>
  <pc:docChgLst>
    <pc:chgData name="Zhun Log, Ryan PONG" userId="9b1c450da3d4918e" providerId="Windows Live" clId="Web-{200C91C0-FFD4-62BC-0AAF-9FB8B5F9A736}"/>
    <pc:docChg chg="addSld delSld modSld">
      <pc:chgData name="Zhun Log, Ryan PONG" userId="9b1c450da3d4918e" providerId="Windows Live" clId="Web-{200C91C0-FFD4-62BC-0AAF-9FB8B5F9A736}" dt="2026-10-15T04:43:47.070" v="12"/>
      <pc:docMkLst>
        <pc:docMk/>
      </pc:docMkLst>
      <pc:sldChg chg="mod modShow">
        <pc:chgData name="Zhun Log, Ryan PONG" userId="9b1c450da3d4918e" providerId="Windows Live" clId="Web-{200C91C0-FFD4-62BC-0AAF-9FB8B5F9A736}" dt="2026-10-15T04:42:56.285" v="10"/>
        <pc:sldMkLst>
          <pc:docMk/>
          <pc:sldMk cId="0" sldId="265"/>
        </pc:sldMkLst>
      </pc:sldChg>
      <pc:sldChg chg="modSp add del">
        <pc:chgData name="Zhun Log, Ryan PONG" userId="9b1c450da3d4918e" providerId="Windows Live" clId="Web-{200C91C0-FFD4-62BC-0AAF-9FB8B5F9A736}" dt="2026-10-15T04:43:47.070" v="12"/>
        <pc:sldMkLst>
          <pc:docMk/>
          <pc:sldMk cId="3481052184" sldId="272"/>
        </pc:sldMkLst>
        <pc:spChg chg="mod">
          <ac:chgData name="Zhun Log, Ryan PONG" userId="9b1c450da3d4918e" providerId="Windows Live" clId="Web-{200C91C0-FFD4-62BC-0AAF-9FB8B5F9A736}" dt="2026-10-15T04:41:49.922" v="7" actId="20577"/>
          <ac:spMkLst>
            <pc:docMk/>
            <pc:sldMk cId="3481052184" sldId="272"/>
            <ac:spMk id="3" creationId="{3D67D173-0AE5-CC97-D991-6B5044FFF2C6}"/>
          </ac:spMkLst>
        </pc:spChg>
      </pc:sldChg>
      <pc:sldChg chg="add replId">
        <pc:chgData name="Zhun Log, Ryan PONG" userId="9b1c450da3d4918e" providerId="Windows Live" clId="Web-{200C91C0-FFD4-62BC-0AAF-9FB8B5F9A736}" dt="2026-10-15T04:41:38.593" v="0"/>
        <pc:sldMkLst>
          <pc:docMk/>
          <pc:sldMk cId="1925540428" sldId="278"/>
        </pc:sldMkLst>
      </pc:sldChg>
    </pc:docChg>
  </pc:docChgLst>
  <pc:docChgLst>
    <pc:chgData name="Zhun Log, Ryan PONG" userId="9b1c450da3d4918e" providerId="Windows Live" clId="Web-{00000000-0000-0000-0000-000000000000}"/>
    <pc:docChg chg="addSld delSld modSld sldOrd">
      <pc:chgData name="Zhun Log, Ryan PONG" userId="9b1c450da3d4918e" providerId="Windows Live" clId="Web-{00000000-0000-0000-0000-000000000000}" dt="2026-10-14T04:30:11.797" v="179"/>
      <pc:docMkLst>
        <pc:docMk/>
      </pc:docMkLst>
      <pc:sldChg chg="delSp modSp">
        <pc:chgData name="Zhun Log, Ryan PONG" userId="9b1c450da3d4918e" providerId="Windows Live" clId="Web-{00000000-0000-0000-0000-000000000000}" dt="2026-10-14T04:26:51.322" v="165"/>
        <pc:sldMkLst>
          <pc:docMk/>
          <pc:sldMk cId="0" sldId="257"/>
        </pc:sldMkLst>
        <pc:spChg chg="del">
          <ac:chgData name="Zhun Log, Ryan PONG" userId="9b1c450da3d4918e" providerId="Windows Live" clId="Web-{00000000-0000-0000-0000-000000000000}" dt="2026-10-14T04:26:51.322" v="165"/>
          <ac:spMkLst>
            <pc:docMk/>
            <pc:sldMk cId="0" sldId="257"/>
            <ac:spMk id="9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9.853" v="164"/>
          <ac:spMkLst>
            <pc:docMk/>
            <pc:sldMk cId="0" sldId="257"/>
            <ac:spMk id="12" creationId="{00000000-0000-0000-0000-000000000000}"/>
          </ac:spMkLst>
        </pc:spChg>
        <pc:spChg chg="del mod">
          <ac:chgData name="Zhun Log, Ryan PONG" userId="9b1c450da3d4918e" providerId="Windows Live" clId="Web-{00000000-0000-0000-0000-000000000000}" dt="2026-10-14T04:26:48.806" v="163"/>
          <ac:spMkLst>
            <pc:docMk/>
            <pc:sldMk cId="0" sldId="257"/>
            <ac:spMk id="15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6.525" v="161"/>
          <ac:spMkLst>
            <pc:docMk/>
            <pc:sldMk cId="0" sldId="257"/>
            <ac:spMk id="18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4.931" v="160"/>
          <ac:spMkLst>
            <pc:docMk/>
            <pc:sldMk cId="0" sldId="257"/>
            <ac:spMk id="21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3.462" v="159"/>
          <ac:spMkLst>
            <pc:docMk/>
            <pc:sldMk cId="0" sldId="257"/>
            <ac:spMk id="24" creationId="{00000000-0000-0000-0000-000000000000}"/>
          </ac:spMkLst>
        </pc:spChg>
        <pc:spChg chg="del">
          <ac:chgData name="Zhun Log, Ryan PONG" userId="9b1c450da3d4918e" providerId="Windows Live" clId="Web-{00000000-0000-0000-0000-000000000000}" dt="2026-10-14T04:26:42.478" v="158"/>
          <ac:spMkLst>
            <pc:docMk/>
            <pc:sldMk cId="0" sldId="257"/>
            <ac:spMk id="27" creationId="{00000000-0000-0000-0000-000000000000}"/>
          </ac:spMkLst>
        </pc:spChg>
      </pc:sldChg>
      <pc:sldChg chg="addSp delSp modSp">
        <pc:chgData name="Zhun Log, Ryan PONG" userId="9b1c450da3d4918e" providerId="Windows Live" clId="Web-{00000000-0000-0000-0000-000000000000}" dt="2026-10-14T04:09:02.770" v="157" actId="1076"/>
        <pc:sldMkLst>
          <pc:docMk/>
          <pc:sldMk cId="0" sldId="266"/>
        </pc:sldMkLst>
        <pc:spChg chg="del">
          <ac:chgData name="Zhun Log, Ryan PONG" userId="9b1c450da3d4918e" providerId="Windows Live" clId="Web-{00000000-0000-0000-0000-000000000000}" dt="2026-10-14T03:51:43.119" v="40"/>
          <ac:spMkLst>
            <pc:docMk/>
            <pc:sldMk cId="0" sldId="266"/>
            <ac:spMk id="61" creationId="{00000000-0000-0000-0000-000000000000}"/>
          </ac:spMkLst>
        </pc:spChg>
        <pc:spChg chg="add del">
          <ac:chgData name="Zhun Log, Ryan PONG" userId="9b1c450da3d4918e" providerId="Windows Live" clId="Web-{00000000-0000-0000-0000-000000000000}" dt="2026-10-14T03:51:41.056" v="39"/>
          <ac:spMkLst>
            <pc:docMk/>
            <pc:sldMk cId="0" sldId="266"/>
            <ac:spMk id="62" creationId="{00000000-0000-0000-0000-000000000000}"/>
          </ac:spMkLst>
        </pc:spChg>
        <pc:spChg chg="mod">
          <ac:chgData name="Zhun Log, Ryan PONG" userId="9b1c450da3d4918e" providerId="Windows Live" clId="Web-{00000000-0000-0000-0000-000000000000}" dt="2026-10-14T03:52:56.765" v="57" actId="14100"/>
          <ac:spMkLst>
            <pc:docMk/>
            <pc:sldMk cId="0" sldId="266"/>
            <ac:spMk id="67" creationId="{E32E4D98-ED05-598C-7E9F-CDF5B7BB9EB0}"/>
          </ac:spMkLst>
        </pc:spChg>
        <pc:spChg chg="del topLvl">
          <ac:chgData name="Zhun Log, Ryan PONG" userId="9b1c450da3d4918e" providerId="Windows Live" clId="Web-{00000000-0000-0000-0000-000000000000}" dt="2026-10-14T03:52:15.731" v="50"/>
          <ac:spMkLst>
            <pc:docMk/>
            <pc:sldMk cId="0" sldId="266"/>
            <ac:spMk id="69" creationId="{EF11D3C9-87FB-57D5-EDE9-B5556475B09F}"/>
          </ac:spMkLst>
        </pc:spChg>
        <pc:spChg chg="add del mod">
          <ac:chgData name="Zhun Log, Ryan PONG" userId="9b1c450da3d4918e" providerId="Windows Live" clId="Web-{00000000-0000-0000-0000-000000000000}" dt="2026-10-14T03:52:47.202" v="56"/>
          <ac:spMkLst>
            <pc:docMk/>
            <pc:sldMk cId="0" sldId="266"/>
            <ac:spMk id="73" creationId="{C939B060-DE4B-CCAF-AB43-EA4CAC80ABFB}"/>
          </ac:spMkLst>
        </pc:spChg>
        <pc:spChg chg="add del">
          <ac:chgData name="Zhun Log, Ryan PONG" userId="9b1c450da3d4918e" providerId="Windows Live" clId="Web-{00000000-0000-0000-0000-000000000000}" dt="2026-10-14T03:53:04.047" v="59"/>
          <ac:spMkLst>
            <pc:docMk/>
            <pc:sldMk cId="0" sldId="266"/>
            <ac:spMk id="74" creationId="{8E9466C7-9D31-288C-2DC4-03C99A61F699}"/>
          </ac:spMkLst>
        </pc:spChg>
        <pc:spChg chg="add mod">
          <ac:chgData name="Zhun Log, Ryan PONG" userId="9b1c450da3d4918e" providerId="Windows Live" clId="Web-{00000000-0000-0000-0000-000000000000}" dt="2026-10-14T03:53:36.408" v="82" actId="1076"/>
          <ac:spMkLst>
            <pc:docMk/>
            <pc:sldMk cId="0" sldId="266"/>
            <ac:spMk id="75" creationId="{34AC61A6-FBC6-D624-DCAB-2FBB3D741CFC}"/>
          </ac:spMkLst>
        </pc:spChg>
        <pc:grpChg chg="del">
          <ac:chgData name="Zhun Log, Ryan PONG" userId="9b1c450da3d4918e" providerId="Windows Live" clId="Web-{00000000-0000-0000-0000-000000000000}" dt="2026-10-14T03:47:27.961" v="34"/>
          <ac:grpSpMkLst>
            <pc:docMk/>
            <pc:sldMk cId="0" sldId="266"/>
            <ac:grpSpMk id="70" creationId="{293445F0-1C12-756D-3D5F-23779265EA14}"/>
          </ac:grpSpMkLst>
        </pc:grpChg>
        <pc:picChg chg="del topLvl">
          <ac:chgData name="Zhun Log, Ryan PONG" userId="9b1c450da3d4918e" providerId="Windows Live" clId="Web-{00000000-0000-0000-0000-000000000000}" dt="2026-10-14T03:47:27.961" v="34"/>
          <ac:picMkLst>
            <pc:docMk/>
            <pc:sldMk cId="0" sldId="266"/>
            <ac:picMk id="66" creationId="{0AB98295-25C6-48A1-514F-5201F400F4BC}"/>
          </ac:picMkLst>
        </pc:picChg>
        <pc:picChg chg="add mod">
          <ac:chgData name="Zhun Log, Ryan PONG" userId="9b1c450da3d4918e" providerId="Windows Live" clId="Web-{00000000-0000-0000-0000-000000000000}" dt="2026-10-14T03:54:12.802" v="87" actId="14100"/>
          <ac:picMkLst>
            <pc:docMk/>
            <pc:sldMk cId="0" sldId="266"/>
            <ac:picMk id="72" creationId="{FCEC9451-8387-A6D8-DAED-94E1CB0DFBE5}"/>
          </ac:picMkLst>
        </pc:picChg>
        <pc:picChg chg="add del mod">
          <ac:chgData name="Zhun Log, Ryan PONG" userId="9b1c450da3d4918e" providerId="Windows Live" clId="Web-{00000000-0000-0000-0000-000000000000}" dt="2026-10-14T04:08:22.923" v="149"/>
          <ac:picMkLst>
            <pc:docMk/>
            <pc:sldMk cId="0" sldId="266"/>
            <ac:picMk id="76" creationId="{97CE1D6B-F2AC-0018-546C-9D66C9FB6307}"/>
          </ac:picMkLst>
        </pc:picChg>
        <pc:picChg chg="add mod">
          <ac:chgData name="Zhun Log, Ryan PONG" userId="9b1c450da3d4918e" providerId="Windows Live" clId="Web-{00000000-0000-0000-0000-000000000000}" dt="2026-10-14T04:09:02.770" v="157" actId="1076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 mod modShow">
        <pc:chgData name="Zhun Log, Ryan PONG" userId="9b1c450da3d4918e" providerId="Windows Live" clId="Web-{00000000-0000-0000-0000-000000000000}" dt="2026-10-14T04:30:11.797" v="179"/>
        <pc:sldMkLst>
          <pc:docMk/>
          <pc:sldMk cId="0" sldId="267"/>
        </pc:sldMkLst>
        <pc:spChg chg="add del mod">
          <ac:chgData name="Zhun Log, Ryan PONG" userId="9b1c450da3d4918e" providerId="Windows Live" clId="Web-{00000000-0000-0000-0000-000000000000}" dt="2026-10-14T04:30:11.797" v="179"/>
          <ac:spMkLst>
            <pc:docMk/>
            <pc:sldMk cId="0" sldId="267"/>
            <ac:spMk id="91" creationId="{B9281E65-34D0-74EE-2FD9-9FCA045945F0}"/>
          </ac:spMkLst>
        </pc:spChg>
        <pc:picChg chg="mod">
          <ac:chgData name="Zhun Log, Ryan PONG" userId="9b1c450da3d4918e" providerId="Windows Live" clId="Web-{00000000-0000-0000-0000-000000000000}" dt="2026-10-14T04:29:15.483" v="174" actId="1076"/>
          <ac:picMkLst>
            <pc:docMk/>
            <pc:sldMk cId="0" sldId="267"/>
            <ac:picMk id="93" creationId="{340CBB6C-88DC-E077-6CD8-8D8F747A3A74}"/>
          </ac:picMkLst>
        </pc:picChg>
      </pc:sldChg>
      <pc:sldChg chg="delSp modSp">
        <pc:chgData name="Zhun Log, Ryan PONG" userId="9b1c450da3d4918e" providerId="Windows Live" clId="Web-{00000000-0000-0000-0000-000000000000}" dt="2026-10-14T03:35:31.754" v="30" actId="20577"/>
        <pc:sldMkLst>
          <pc:docMk/>
          <pc:sldMk cId="3524207548" sldId="271"/>
        </pc:sldMkLst>
        <pc:spChg chg="mod">
          <ac:chgData name="Zhun Log, Ryan PONG" userId="9b1c450da3d4918e" providerId="Windows Live" clId="Web-{00000000-0000-0000-0000-000000000000}" dt="2026-10-14T03:35:31.754" v="30" actId="20577"/>
          <ac:spMkLst>
            <pc:docMk/>
            <pc:sldMk cId="3524207548" sldId="271"/>
            <ac:spMk id="3" creationId="{8233C106-44D6-BCB3-9557-666D8ECCCF5B}"/>
          </ac:spMkLst>
        </pc:spChg>
        <pc:spChg chg="del">
          <ac:chgData name="Zhun Log, Ryan PONG" userId="9b1c450da3d4918e" providerId="Windows Live" clId="Web-{00000000-0000-0000-0000-000000000000}" dt="2026-10-14T03:35:11.425" v="7"/>
          <ac:spMkLst>
            <pc:docMk/>
            <pc:sldMk cId="3524207548" sldId="271"/>
            <ac:spMk id="7" creationId="{50D4F462-48AE-D728-F203-536E78667174}"/>
          </ac:spMkLst>
        </pc:spChg>
        <pc:spChg chg="del">
          <ac:chgData name="Zhun Log, Ryan PONG" userId="9b1c450da3d4918e" providerId="Windows Live" clId="Web-{00000000-0000-0000-0000-000000000000}" dt="2026-10-14T03:35:10.518" v="6"/>
          <ac:spMkLst>
            <pc:docMk/>
            <pc:sldMk cId="3524207548" sldId="271"/>
            <ac:spMk id="8" creationId="{F08E21DC-5AD4-7B01-0A19-74197412C735}"/>
          </ac:spMkLst>
        </pc:spChg>
        <pc:spChg chg="del mod">
          <ac:chgData name="Zhun Log, Ryan PONG" userId="9b1c450da3d4918e" providerId="Windows Live" clId="Web-{00000000-0000-0000-0000-000000000000}" dt="2026-10-14T03:35:16.878" v="24"/>
          <ac:spMkLst>
            <pc:docMk/>
            <pc:sldMk cId="3524207548" sldId="271"/>
            <ac:spMk id="9" creationId="{7DA18EB1-FB71-F629-FA84-D636E24BF2BC}"/>
          </ac:spMkLst>
        </pc:spChg>
        <pc:spChg chg="del">
          <ac:chgData name="Zhun Log, Ryan PONG" userId="9b1c450da3d4918e" providerId="Windows Live" clId="Web-{00000000-0000-0000-0000-000000000000}" dt="2026-10-14T03:35:16.878" v="23"/>
          <ac:spMkLst>
            <pc:docMk/>
            <pc:sldMk cId="3524207548" sldId="271"/>
            <ac:spMk id="10" creationId="{D8C8CD4A-EBCB-D525-4FA8-E37B184B9B36}"/>
          </ac:spMkLst>
        </pc:spChg>
        <pc:spChg chg="del">
          <ac:chgData name="Zhun Log, Ryan PONG" userId="9b1c450da3d4918e" providerId="Windows Live" clId="Web-{00000000-0000-0000-0000-000000000000}" dt="2026-10-14T03:35:16.878" v="22"/>
          <ac:spMkLst>
            <pc:docMk/>
            <pc:sldMk cId="3524207548" sldId="271"/>
            <ac:spMk id="11" creationId="{37DF01EE-65FF-0C76-34A8-895440DC47B0}"/>
          </ac:spMkLst>
        </pc:spChg>
        <pc:spChg chg="del">
          <ac:chgData name="Zhun Log, Ryan PONG" userId="9b1c450da3d4918e" providerId="Windows Live" clId="Web-{00000000-0000-0000-0000-000000000000}" dt="2026-10-14T03:35:16.878" v="21"/>
          <ac:spMkLst>
            <pc:docMk/>
            <pc:sldMk cId="3524207548" sldId="271"/>
            <ac:spMk id="12" creationId="{F8500894-80E5-C1AF-5FE4-486C8DF6BCE7}"/>
          </ac:spMkLst>
        </pc:spChg>
        <pc:spChg chg="del">
          <ac:chgData name="Zhun Log, Ryan PONG" userId="9b1c450da3d4918e" providerId="Windows Live" clId="Web-{00000000-0000-0000-0000-000000000000}" dt="2026-10-14T03:35:16.878" v="20"/>
          <ac:spMkLst>
            <pc:docMk/>
            <pc:sldMk cId="3524207548" sldId="271"/>
            <ac:spMk id="13" creationId="{A4D1EBF0-2F5E-93E0-C80D-97FC635B5F3B}"/>
          </ac:spMkLst>
        </pc:spChg>
        <pc:spChg chg="del">
          <ac:chgData name="Zhun Log, Ryan PONG" userId="9b1c450da3d4918e" providerId="Windows Live" clId="Web-{00000000-0000-0000-0000-000000000000}" dt="2026-10-14T03:35:16.878" v="19"/>
          <ac:spMkLst>
            <pc:docMk/>
            <pc:sldMk cId="3524207548" sldId="271"/>
            <ac:spMk id="14" creationId="{59DF76BD-6E44-64E2-86D5-3A65953ADAC8}"/>
          </ac:spMkLst>
        </pc:spChg>
        <pc:spChg chg="del">
          <ac:chgData name="Zhun Log, Ryan PONG" userId="9b1c450da3d4918e" providerId="Windows Live" clId="Web-{00000000-0000-0000-0000-000000000000}" dt="2026-10-14T03:35:16.878" v="18"/>
          <ac:spMkLst>
            <pc:docMk/>
            <pc:sldMk cId="3524207548" sldId="271"/>
            <ac:spMk id="15" creationId="{CC9C8C04-040A-1D3C-0D96-AB0D7F9CE39E}"/>
          </ac:spMkLst>
        </pc:spChg>
        <pc:spChg chg="del">
          <ac:chgData name="Zhun Log, Ryan PONG" userId="9b1c450da3d4918e" providerId="Windows Live" clId="Web-{00000000-0000-0000-0000-000000000000}" dt="2026-10-14T03:35:16.878" v="17"/>
          <ac:spMkLst>
            <pc:docMk/>
            <pc:sldMk cId="3524207548" sldId="271"/>
            <ac:spMk id="16" creationId="{251F0D55-562A-A7D5-6603-628E4F920401}"/>
          </ac:spMkLst>
        </pc:spChg>
        <pc:spChg chg="del">
          <ac:chgData name="Zhun Log, Ryan PONG" userId="9b1c450da3d4918e" providerId="Windows Live" clId="Web-{00000000-0000-0000-0000-000000000000}" dt="2026-10-14T03:35:16.878" v="16"/>
          <ac:spMkLst>
            <pc:docMk/>
            <pc:sldMk cId="3524207548" sldId="271"/>
            <ac:spMk id="17" creationId="{7D37B08A-8E67-03A0-B49A-8F1288FE755E}"/>
          </ac:spMkLst>
        </pc:spChg>
        <pc:spChg chg="del">
          <ac:chgData name="Zhun Log, Ryan PONG" userId="9b1c450da3d4918e" providerId="Windows Live" clId="Web-{00000000-0000-0000-0000-000000000000}" dt="2026-10-14T03:35:16.878" v="15"/>
          <ac:spMkLst>
            <pc:docMk/>
            <pc:sldMk cId="3524207548" sldId="271"/>
            <ac:spMk id="18" creationId="{AB373B02-F876-BC2F-0104-E1C8271071EF}"/>
          </ac:spMkLst>
        </pc:spChg>
        <pc:spChg chg="del">
          <ac:chgData name="Zhun Log, Ryan PONG" userId="9b1c450da3d4918e" providerId="Windows Live" clId="Web-{00000000-0000-0000-0000-000000000000}" dt="2026-10-14T03:35:16.878" v="14"/>
          <ac:spMkLst>
            <pc:docMk/>
            <pc:sldMk cId="3524207548" sldId="271"/>
            <ac:spMk id="19" creationId="{3D885079-5705-37CE-0BB5-52FFDAD477FA}"/>
          </ac:spMkLst>
        </pc:spChg>
        <pc:spChg chg="del">
          <ac:chgData name="Zhun Log, Ryan PONG" userId="9b1c450da3d4918e" providerId="Windows Live" clId="Web-{00000000-0000-0000-0000-000000000000}" dt="2026-10-14T03:35:16.878" v="13"/>
          <ac:spMkLst>
            <pc:docMk/>
            <pc:sldMk cId="3524207548" sldId="271"/>
            <ac:spMk id="20" creationId="{B8104A89-775A-2E42-5DB4-1DB351578835}"/>
          </ac:spMkLst>
        </pc:spChg>
        <pc:spChg chg="del">
          <ac:chgData name="Zhun Log, Ryan PONG" userId="9b1c450da3d4918e" providerId="Windows Live" clId="Web-{00000000-0000-0000-0000-000000000000}" dt="2026-10-14T03:35:16.878" v="12"/>
          <ac:spMkLst>
            <pc:docMk/>
            <pc:sldMk cId="3524207548" sldId="271"/>
            <ac:spMk id="21" creationId="{EF15FF0F-C899-AB63-140A-4E828D3B3ED9}"/>
          </ac:spMkLst>
        </pc:spChg>
        <pc:spChg chg="del">
          <ac:chgData name="Zhun Log, Ryan PONG" userId="9b1c450da3d4918e" providerId="Windows Live" clId="Web-{00000000-0000-0000-0000-000000000000}" dt="2026-10-14T03:35:16.878" v="11"/>
          <ac:spMkLst>
            <pc:docMk/>
            <pc:sldMk cId="3524207548" sldId="271"/>
            <ac:spMk id="22" creationId="{D9212E0A-5E9A-1937-4924-EFCBA21A854C}"/>
          </ac:spMkLst>
        </pc:spChg>
        <pc:spChg chg="del">
          <ac:chgData name="Zhun Log, Ryan PONG" userId="9b1c450da3d4918e" providerId="Windows Live" clId="Web-{00000000-0000-0000-0000-000000000000}" dt="2026-10-14T03:35:16.878" v="10"/>
          <ac:spMkLst>
            <pc:docMk/>
            <pc:sldMk cId="3524207548" sldId="271"/>
            <ac:spMk id="23" creationId="{A2D3FAC9-DBBD-A1DB-B126-8ACE819F82B4}"/>
          </ac:spMkLst>
        </pc:spChg>
        <pc:spChg chg="del">
          <ac:chgData name="Zhun Log, Ryan PONG" userId="9b1c450da3d4918e" providerId="Windows Live" clId="Web-{00000000-0000-0000-0000-000000000000}" dt="2026-10-14T03:35:16.878" v="9"/>
          <ac:spMkLst>
            <pc:docMk/>
            <pc:sldMk cId="3524207548" sldId="271"/>
            <ac:spMk id="24" creationId="{9349445B-BFBA-0CEA-F31D-4B69D174E667}"/>
          </ac:spMkLst>
        </pc:spChg>
      </pc:sldChg>
      <pc:sldChg chg="delSp add del replId">
        <pc:chgData name="Zhun Log, Ryan PONG" userId="9b1c450da3d4918e" providerId="Windows Live" clId="Web-{00000000-0000-0000-0000-000000000000}" dt="2026-10-14T03:34:31.062" v="3"/>
        <pc:sldMkLst>
          <pc:docMk/>
          <pc:sldMk cId="2471499361" sldId="272"/>
        </pc:sldMkLst>
        <pc:spChg chg="del">
          <ac:chgData name="Zhun Log, Ryan PONG" userId="9b1c450da3d4918e" providerId="Windows Live" clId="Web-{00000000-0000-0000-0000-000000000000}" dt="2026-10-14T03:34:28.750" v="2"/>
          <ac:spMkLst>
            <pc:docMk/>
            <pc:sldMk cId="2471499361" sldId="272"/>
            <ac:spMk id="14" creationId="{F419122C-A02E-E50B-287C-7A55E381E216}"/>
          </ac:spMkLst>
        </pc:spChg>
        <pc:spChg chg="del">
          <ac:chgData name="Zhun Log, Ryan PONG" userId="9b1c450da3d4918e" providerId="Windows Live" clId="Web-{00000000-0000-0000-0000-000000000000}" dt="2026-10-14T03:34:27.859" v="1"/>
          <ac:spMkLst>
            <pc:docMk/>
            <pc:sldMk cId="2471499361" sldId="272"/>
            <ac:spMk id="15" creationId="{830F94CB-95C2-CE5D-9059-6E113EA1C503}"/>
          </ac:spMkLst>
        </pc:spChg>
      </pc:sldChg>
      <pc:sldChg chg="add replId">
        <pc:chgData name="Zhun Log, Ryan PONG" userId="9b1c450da3d4918e" providerId="Windows Live" clId="Web-{00000000-0000-0000-0000-000000000000}" dt="2026-10-14T03:35:36.801" v="31"/>
        <pc:sldMkLst>
          <pc:docMk/>
          <pc:sldMk cId="2580809980" sldId="273"/>
        </pc:sldMkLst>
      </pc:sldChg>
      <pc:sldChg chg="addSp delSp modSp add ord replId">
        <pc:chgData name="Zhun Log, Ryan PONG" userId="9b1c450da3d4918e" providerId="Windows Live" clId="Web-{00000000-0000-0000-0000-000000000000}" dt="2026-10-14T04:07:40.842" v="148" actId="1076"/>
        <pc:sldMkLst>
          <pc:docMk/>
          <pc:sldMk cId="3285808356" sldId="274"/>
        </pc:sldMkLst>
        <pc:spChg chg="mod">
          <ac:chgData name="Zhun Log, Ryan PONG" userId="9b1c450da3d4918e" providerId="Windows Live" clId="Web-{00000000-0000-0000-0000-000000000000}" dt="2026-10-14T03:56:15.341" v="121" actId="20577"/>
          <ac:spMkLst>
            <pc:docMk/>
            <pc:sldMk cId="3285808356" sldId="274"/>
            <ac:spMk id="3" creationId="{DF55AA97-7C02-82AA-E1E0-3C86FA183494}"/>
          </ac:spMkLst>
        </pc:spChg>
        <pc:picChg chg="add del mod">
          <ac:chgData name="Zhun Log, Ryan PONG" userId="9b1c450da3d4918e" providerId="Windows Live" clId="Web-{00000000-0000-0000-0000-000000000000}" dt="2026-10-14T03:55:08.149" v="113"/>
          <ac:picMkLst>
            <pc:docMk/>
            <pc:sldMk cId="3285808356" sldId="274"/>
            <ac:picMk id="7" creationId="{884D7DFE-B34C-0383-93DD-E322A9361235}"/>
          </ac:picMkLst>
        </pc:picChg>
        <pc:picChg chg="add del mod">
          <ac:chgData name="Zhun Log, Ryan PONG" userId="9b1c450da3d4918e" providerId="Windows Live" clId="Web-{00000000-0000-0000-0000-000000000000}" dt="2026-10-14T04:05:58.476" v="129"/>
          <ac:picMkLst>
            <pc:docMk/>
            <pc:sldMk cId="3285808356" sldId="274"/>
            <ac:picMk id="8" creationId="{5E1ECAB8-DE40-447E-38FA-2E39D83AEA6B}"/>
          </ac:picMkLst>
        </pc:picChg>
        <pc:picChg chg="add del mod">
          <ac:chgData name="Zhun Log, Ryan PONG" userId="9b1c450da3d4918e" providerId="Windows Live" clId="Web-{00000000-0000-0000-0000-000000000000}" dt="2026-10-14T04:06:07.945" v="135"/>
          <ac:picMkLst>
            <pc:docMk/>
            <pc:sldMk cId="3285808356" sldId="274"/>
            <ac:picMk id="9" creationId="{A2BAF997-5EEF-D2C0-91F2-622F8F46081E}"/>
          </ac:picMkLst>
        </pc:picChg>
        <pc:picChg chg="add del mod">
          <ac:chgData name="Zhun Log, Ryan PONG" userId="9b1c450da3d4918e" providerId="Windows Live" clId="Web-{00000000-0000-0000-0000-000000000000}" dt="2026-10-14T04:06:06.477" v="134"/>
          <ac:picMkLst>
            <pc:docMk/>
            <pc:sldMk cId="3285808356" sldId="274"/>
            <ac:picMk id="10" creationId="{E7471A21-81B7-DC29-A0C3-9D91A9DA26F2}"/>
          </ac:picMkLst>
        </pc:picChg>
        <pc:picChg chg="add del mod">
          <ac:chgData name="Zhun Log, Ryan PONG" userId="9b1c450da3d4918e" providerId="Windows Live" clId="Web-{00000000-0000-0000-0000-000000000000}" dt="2026-10-14T04:06:03.773" v="133"/>
          <ac:picMkLst>
            <pc:docMk/>
            <pc:sldMk cId="3285808356" sldId="274"/>
            <ac:picMk id="11" creationId="{96004FCA-FB1A-D45E-E8A2-A5B03CA34E9B}"/>
          </ac:picMkLst>
        </pc:picChg>
        <pc:picChg chg="add del mod">
          <ac:chgData name="Zhun Log, Ryan PONG" userId="9b1c450da3d4918e" providerId="Windows Live" clId="Web-{00000000-0000-0000-0000-000000000000}" dt="2026-10-14T04:07:19.028" v="140"/>
          <ac:picMkLst>
            <pc:docMk/>
            <pc:sldMk cId="3285808356" sldId="274"/>
            <ac:picMk id="12" creationId="{3FCF8FEE-3F71-95CB-AA48-51CFA9EB74FF}"/>
          </ac:picMkLst>
        </pc:picChg>
        <pc:picChg chg="add mod">
          <ac:chgData name="Zhun Log, Ryan PONG" userId="9b1c450da3d4918e" providerId="Windows Live" clId="Web-{00000000-0000-0000-0000-000000000000}" dt="2026-10-14T04:07:40.842" v="148" actId="1076"/>
          <ac:picMkLst>
            <pc:docMk/>
            <pc:sldMk cId="3285808356" sldId="274"/>
            <ac:picMk id="13" creationId="{407064A3-ABE4-BC43-F85F-69CFFE6FA982}"/>
          </ac:picMkLst>
        </pc:picChg>
      </pc:sldChg>
      <pc:sldChg chg="add replId">
        <pc:chgData name="Zhun Log, Ryan PONG" userId="9b1c450da3d4918e" providerId="Windows Live" clId="Web-{00000000-0000-0000-0000-000000000000}" dt="2026-10-14T03:35:40.192" v="33"/>
        <pc:sldMkLst>
          <pc:docMk/>
          <pc:sldMk cId="2124060169" sldId="275"/>
        </pc:sldMkLst>
      </pc:sldChg>
    </pc:docChg>
  </pc:docChgLst>
  <pc:docChgLst>
    <pc:chgData name="Guest User" providerId="Windows Live" clId="Web-{7D14901B-77EE-D7A8-36F9-9870022297F3}"/>
    <pc:docChg chg="modSld">
      <pc:chgData name="Guest User" userId="" providerId="Windows Live" clId="Web-{7D14901B-77EE-D7A8-36F9-9870022297F3}" dt="2026-10-14T08:00:42.264" v="14" actId="1076"/>
      <pc:docMkLst>
        <pc:docMk/>
      </pc:docMkLst>
      <pc:sldChg chg="addSp modSp">
        <pc:chgData name="Guest User" userId="" providerId="Windows Live" clId="Web-{7D14901B-77EE-D7A8-36F9-9870022297F3}" dt="2026-10-14T07:59:43.169" v="8" actId="14100"/>
        <pc:sldMkLst>
          <pc:docMk/>
          <pc:sldMk cId="0" sldId="267"/>
        </pc:sldMkLst>
        <pc:picChg chg="add mod">
          <ac:chgData name="Guest User" userId="" providerId="Windows Live" clId="Web-{7D14901B-77EE-D7A8-36F9-9870022297F3}" dt="2026-10-14T07:59:43.169" v="8" actId="14100"/>
          <ac:picMkLst>
            <pc:docMk/>
            <pc:sldMk cId="0" sldId="267"/>
            <ac:picMk id="91" creationId="{FF9C41EA-2E52-2203-BDCE-F49133415E5D}"/>
          </ac:picMkLst>
        </pc:picChg>
      </pc:sldChg>
      <pc:sldChg chg="addSp modSp">
        <pc:chgData name="Guest User" userId="" providerId="Windows Live" clId="Web-{7D14901B-77EE-D7A8-36F9-9870022297F3}" dt="2026-10-14T08:00:42.264" v="14" actId="1076"/>
        <pc:sldMkLst>
          <pc:docMk/>
          <pc:sldMk cId="2124060169" sldId="275"/>
        </pc:sldMkLst>
        <pc:picChg chg="add mod">
          <ac:chgData name="Guest User" userId="" providerId="Windows Live" clId="Web-{7D14901B-77EE-D7A8-36F9-9870022297F3}" dt="2026-10-14T08:00:42.264" v="14" actId="1076"/>
          <ac:picMkLst>
            <pc:docMk/>
            <pc:sldMk cId="2124060169" sldId="275"/>
            <ac:picMk id="7" creationId="{6A45FE0B-F6A3-5E01-30D4-6533AC1CCD2E}"/>
          </ac:picMkLst>
        </pc:picChg>
      </pc:sldChg>
    </pc:docChg>
  </pc:docChgLst>
  <pc:docChgLst>
    <pc:chgData name="Zhun Log, Ryan PONG" userId="9b1c450da3d4918e" providerId="Windows Live" clId="Web-{D6CFC487-5B0C-B748-F2C1-FE5A511483C8}"/>
    <pc:docChg chg="addSld modSld">
      <pc:chgData name="Zhun Log, Ryan PONG" userId="9b1c450da3d4918e" providerId="Windows Live" clId="Web-{D6CFC487-5B0C-B748-F2C1-FE5A511483C8}" dt="2026-10-14T04:25:25.046" v="110" actId="1076"/>
      <pc:docMkLst>
        <pc:docMk/>
      </pc:docMkLst>
      <pc:sldChg chg="addSp delSp modSp">
        <pc:chgData name="Zhun Log, Ryan PONG" userId="9b1c450da3d4918e" providerId="Windows Live" clId="Web-{D6CFC487-5B0C-B748-F2C1-FE5A511483C8}" dt="2026-10-14T04:20:56.117" v="13" actId="14100"/>
        <pc:sldMkLst>
          <pc:docMk/>
          <pc:sldMk cId="0" sldId="267"/>
        </pc:sldMkLst>
        <pc:spChg chg="del">
          <ac:chgData name="Zhun Log, Ryan PONG" userId="9b1c450da3d4918e" providerId="Windows Live" clId="Web-{D6CFC487-5B0C-B748-F2C1-FE5A511483C8}" dt="2026-10-14T04:19:14.926" v="1"/>
          <ac:spMkLst>
            <pc:docMk/>
            <pc:sldMk cId="0" sldId="267"/>
            <ac:spMk id="91" creationId="{00000000-0000-0000-0000-000000000000}"/>
          </ac:spMkLst>
        </pc:spChg>
        <pc:spChg chg="del">
          <ac:chgData name="Zhun Log, Ryan PONG" userId="9b1c450da3d4918e" providerId="Windows Live" clId="Web-{D6CFC487-5B0C-B748-F2C1-FE5A511483C8}" dt="2026-10-14T04:19:13.739" v="0"/>
          <ac:spMkLst>
            <pc:docMk/>
            <pc:sldMk cId="0" sldId="267"/>
            <ac:spMk id="92" creationId="{00000000-0000-0000-0000-000000000000}"/>
          </ac:spMkLst>
        </pc:spChg>
        <pc:picChg chg="add mod">
          <ac:chgData name="Zhun Log, Ryan PONG" userId="9b1c450da3d4918e" providerId="Windows Live" clId="Web-{D6CFC487-5B0C-B748-F2C1-FE5A511483C8}" dt="2026-10-14T04:20:21.631" v="8" actId="14100"/>
          <ac:picMkLst>
            <pc:docMk/>
            <pc:sldMk cId="0" sldId="267"/>
            <ac:picMk id="93" creationId="{340CBB6C-88DC-E077-6CD8-8D8F747A3A74}"/>
          </ac:picMkLst>
        </pc:picChg>
        <pc:picChg chg="add mod">
          <ac:chgData name="Zhun Log, Ryan PONG" userId="9b1c450da3d4918e" providerId="Windows Live" clId="Web-{D6CFC487-5B0C-B748-F2C1-FE5A511483C8}" dt="2026-10-14T04:20:56.117" v="13" actId="14100"/>
          <ac:picMkLst>
            <pc:docMk/>
            <pc:sldMk cId="0" sldId="267"/>
            <ac:picMk id="94" creationId="{1298B086-FBD4-FAFE-23F1-CF23FB13BBBB}"/>
          </ac:picMkLst>
        </pc:picChg>
      </pc:sldChg>
      <pc:sldChg chg="modSp">
        <pc:chgData name="Zhun Log, Ryan PONG" userId="9b1c450da3d4918e" providerId="Windows Live" clId="Web-{D6CFC487-5B0C-B748-F2C1-FE5A511483C8}" dt="2026-10-14T04:21:35.118" v="35" actId="20577"/>
        <pc:sldMkLst>
          <pc:docMk/>
          <pc:sldMk cId="3524207548" sldId="271"/>
        </pc:sldMkLst>
        <pc:spChg chg="mod">
          <ac:chgData name="Zhun Log, Ryan PONG" userId="9b1c450da3d4918e" providerId="Windows Live" clId="Web-{D6CFC487-5B0C-B748-F2C1-FE5A511483C8}" dt="2026-10-14T04:21:35.118" v="35" actId="20577"/>
          <ac:spMkLst>
            <pc:docMk/>
            <pc:sldMk cId="3524207548" sldId="271"/>
            <ac:spMk id="3" creationId="{8233C106-44D6-BCB3-9557-666D8ECCCF5B}"/>
          </ac:spMkLst>
        </pc:spChg>
      </pc:sldChg>
      <pc:sldChg chg="modSp">
        <pc:chgData name="Zhun Log, Ryan PONG" userId="9b1c450da3d4918e" providerId="Windows Live" clId="Web-{D6CFC487-5B0C-B748-F2C1-FE5A511483C8}" dt="2026-10-14T04:21:40.227" v="37" actId="20577"/>
        <pc:sldMkLst>
          <pc:docMk/>
          <pc:sldMk cId="3285808356" sldId="274"/>
        </pc:sldMkLst>
        <pc:spChg chg="mod">
          <ac:chgData name="Zhun Log, Ryan PONG" userId="9b1c450da3d4918e" providerId="Windows Live" clId="Web-{D6CFC487-5B0C-B748-F2C1-FE5A511483C8}" dt="2026-10-14T04:21:40.227" v="37" actId="20577"/>
          <ac:spMkLst>
            <pc:docMk/>
            <pc:sldMk cId="3285808356" sldId="274"/>
            <ac:spMk id="3" creationId="{DF55AA97-7C02-82AA-E1E0-3C86FA183494}"/>
          </ac:spMkLst>
        </pc:spChg>
      </pc:sldChg>
      <pc:sldChg chg="modSp">
        <pc:chgData name="Zhun Log, Ryan PONG" userId="9b1c450da3d4918e" providerId="Windows Live" clId="Web-{D6CFC487-5B0C-B748-F2C1-FE5A511483C8}" dt="2026-10-14T04:23:04.198" v="77" actId="20577"/>
        <pc:sldMkLst>
          <pc:docMk/>
          <pc:sldMk cId="2124060169" sldId="275"/>
        </pc:sldMkLst>
        <pc:spChg chg="mod">
          <ac:chgData name="Zhun Log, Ryan PONG" userId="9b1c450da3d4918e" providerId="Windows Live" clId="Web-{D6CFC487-5B0C-B748-F2C1-FE5A511483C8}" dt="2026-10-14T04:23:04.198" v="77" actId="20577"/>
          <ac:spMkLst>
            <pc:docMk/>
            <pc:sldMk cId="2124060169" sldId="275"/>
            <ac:spMk id="3" creationId="{66F21313-1986-FC73-5A99-320892F29ABA}"/>
          </ac:spMkLst>
        </pc:spChg>
      </pc:sldChg>
      <pc:sldChg chg="addSp modSp add replId">
        <pc:chgData name="Zhun Log, Ryan PONG" userId="9b1c450da3d4918e" providerId="Windows Live" clId="Web-{D6CFC487-5B0C-B748-F2C1-FE5A511483C8}" dt="2026-10-14T04:24:26.560" v="102" actId="1076"/>
        <pc:sldMkLst>
          <pc:docMk/>
          <pc:sldMk cId="3112914964" sldId="276"/>
        </pc:sldMkLst>
        <pc:spChg chg="mod">
          <ac:chgData name="Zhun Log, Ryan PONG" userId="9b1c450da3d4918e" providerId="Windows Live" clId="Web-{D6CFC487-5B0C-B748-F2C1-FE5A511483C8}" dt="2026-10-14T04:22:18.119" v="61" actId="20577"/>
          <ac:spMkLst>
            <pc:docMk/>
            <pc:sldMk cId="3112914964" sldId="276"/>
            <ac:spMk id="3" creationId="{D828A961-E34A-28F6-A2D4-ADEE7DC564BF}"/>
          </ac:spMkLst>
        </pc:spChg>
        <pc:picChg chg="add mod">
          <ac:chgData name="Zhun Log, Ryan PONG" userId="9b1c450da3d4918e" providerId="Windows Live" clId="Web-{D6CFC487-5B0C-B748-F2C1-FE5A511483C8}" dt="2026-10-14T04:24:26.560" v="102" actId="1076"/>
          <ac:picMkLst>
            <pc:docMk/>
            <pc:sldMk cId="3112914964" sldId="276"/>
            <ac:picMk id="7" creationId="{C47A2155-554D-E4F1-667D-C4A37FDB07CF}"/>
          </ac:picMkLst>
        </pc:picChg>
      </pc:sldChg>
      <pc:sldChg chg="addSp modSp add replId">
        <pc:chgData name="Zhun Log, Ryan PONG" userId="9b1c450da3d4918e" providerId="Windows Live" clId="Web-{D6CFC487-5B0C-B748-F2C1-FE5A511483C8}" dt="2026-10-14T04:25:25.046" v="110" actId="1076"/>
        <pc:sldMkLst>
          <pc:docMk/>
          <pc:sldMk cId="168032558" sldId="277"/>
        </pc:sldMkLst>
        <pc:spChg chg="mod">
          <ac:chgData name="Zhun Log, Ryan PONG" userId="9b1c450da3d4918e" providerId="Windows Live" clId="Web-{D6CFC487-5B0C-B748-F2C1-FE5A511483C8}" dt="2026-10-14T04:23:26.652" v="98" actId="20577"/>
          <ac:spMkLst>
            <pc:docMk/>
            <pc:sldMk cId="168032558" sldId="277"/>
            <ac:spMk id="3" creationId="{A66C056C-98AB-33DF-589A-6963B8064E3E}"/>
          </ac:spMkLst>
        </pc:spChg>
        <pc:picChg chg="add mod">
          <ac:chgData name="Zhun Log, Ryan PONG" userId="9b1c450da3d4918e" providerId="Windows Live" clId="Web-{D6CFC487-5B0C-B748-F2C1-FE5A511483C8}" dt="2026-10-14T04:25:25.046" v="110" actId="1076"/>
          <ac:picMkLst>
            <pc:docMk/>
            <pc:sldMk cId="168032558" sldId="277"/>
            <ac:picMk id="7" creationId="{290C553F-D61A-89FE-5C0D-0F958642891A}"/>
          </ac:picMkLst>
        </pc:picChg>
      </pc:sldChg>
      <pc:sldChg chg="add replId">
        <pc:chgData name="Zhun Log, Ryan PONG" userId="9b1c450da3d4918e" providerId="Windows Live" clId="Web-{D6CFC487-5B0C-B748-F2C1-FE5A511483C8}" dt="2026-10-14T04:21:15.133" v="16"/>
        <pc:sldMkLst>
          <pc:docMk/>
          <pc:sldMk cId="2826808988" sldId="278"/>
        </pc:sldMkLst>
      </pc:sldChg>
    </pc:docChg>
  </pc:docChgLst>
  <pc:docChgLst>
    <pc:chgData name="Zhun Log, Ryan PONG" userId="9b1c450da3d4918e" providerId="Windows Live" clId="Web-{FDBEFA26-BB86-DB6F-1472-54E4625676EF}"/>
    <pc:docChg chg="modSld">
      <pc:chgData name="Zhun Log, Ryan PONG" userId="9b1c450da3d4918e" providerId="Windows Live" clId="Web-{FDBEFA26-BB86-DB6F-1472-54E4625676EF}" dt="2026-10-14T03:16:52.247" v="28" actId="20577"/>
      <pc:docMkLst>
        <pc:docMk/>
      </pc:docMkLst>
      <pc:sldChg chg="modSp">
        <pc:chgData name="Zhun Log, Ryan PONG" userId="9b1c450da3d4918e" providerId="Windows Live" clId="Web-{FDBEFA26-BB86-DB6F-1472-54E4625676EF}" dt="2026-10-14T03:16:52.247" v="28" actId="20577"/>
        <pc:sldMkLst>
          <pc:docMk/>
          <pc:sldMk cId="0" sldId="262"/>
        </pc:sldMkLst>
        <pc:spChg chg="mod">
          <ac:chgData name="Zhun Log, Ryan PONG" userId="9b1c450da3d4918e" providerId="Windows Live" clId="Web-{FDBEFA26-BB86-DB6F-1472-54E4625676EF}" dt="2026-10-14T03:16:52.247" v="28" actId="20577"/>
          <ac:spMkLst>
            <pc:docMk/>
            <pc:sldMk cId="0" sldId="262"/>
            <ac:spMk id="29" creationId="{00000000-0000-0000-0000-000000000000}"/>
          </ac:spMkLst>
        </pc:spChg>
      </pc:sldChg>
    </pc:docChg>
  </pc:docChgLst>
  <pc:docChgLst>
    <pc:chgData name="Y Y" userId="50132bf925faa04d" providerId="Windows Live" clId="Web-{00000000-0000-0000-0000-000000000000}"/>
    <pc:docChg chg="modSld">
      <pc:chgData name="Y Y" userId="50132bf925faa04d" providerId="Windows Live" clId="Web-{00000000-0000-0000-0000-000000000000}" dt="2026-10-14T04:22:11.266" v="159" actId="1076"/>
      <pc:docMkLst>
        <pc:docMk/>
      </pc:docMkLst>
      <pc:sldChg chg="addSp delSp modSp">
        <pc:chgData name="Y Y" userId="50132bf925faa04d" providerId="Windows Live" clId="Web-{00000000-0000-0000-0000-000000000000}" dt="2026-10-14T04:22:11.266" v="159" actId="1076"/>
        <pc:sldMkLst>
          <pc:docMk/>
          <pc:sldMk cId="0" sldId="266"/>
        </pc:sldMkLst>
        <pc:spChg chg="mod">
          <ac:chgData name="Y Y" userId="50132bf925faa04d" providerId="Windows Live" clId="Web-{00000000-0000-0000-0000-000000000000}" dt="2026-10-14T04:22:00.688" v="156" actId="1076"/>
          <ac:spMkLst>
            <pc:docMk/>
            <pc:sldMk cId="0" sldId="266"/>
            <ac:spMk id="6" creationId="{00000000-0000-0000-0000-000000000000}"/>
          </ac:spMkLst>
        </pc:spChg>
        <pc:spChg chg="add mod">
          <ac:chgData name="Y Y" userId="50132bf925faa04d" providerId="Windows Live" clId="Web-{00000000-0000-0000-0000-000000000000}" dt="2026-10-14T03:37:15.062" v="25" actId="20577"/>
          <ac:spMkLst>
            <pc:docMk/>
            <pc:sldMk cId="0" sldId="266"/>
            <ac:spMk id="67" creationId="{E32E4D98-ED05-598C-7E9F-CDF5B7BB9EB0}"/>
          </ac:spMkLst>
        </pc:spChg>
        <pc:spChg chg="add del">
          <ac:chgData name="Y Y" userId="50132bf925faa04d" providerId="Windows Live" clId="Web-{00000000-0000-0000-0000-000000000000}" dt="2026-10-14T03:37:01.155" v="15"/>
          <ac:spMkLst>
            <pc:docMk/>
            <pc:sldMk cId="0" sldId="266"/>
            <ac:spMk id="68" creationId="{206E33BA-4C33-9E86-5AC6-C93CAC0EF95B}"/>
          </ac:spMkLst>
        </pc:spChg>
        <pc:spChg chg="add mod">
          <ac:chgData name="Y Y" userId="50132bf925faa04d" providerId="Windows Live" clId="Web-{00000000-0000-0000-0000-000000000000}" dt="2026-10-14T03:41:39.353" v="153" actId="1076"/>
          <ac:spMkLst>
            <pc:docMk/>
            <pc:sldMk cId="0" sldId="266"/>
            <ac:spMk id="69" creationId="{EF11D3C9-87FB-57D5-EDE9-B5556475B09F}"/>
          </ac:spMkLst>
        </pc:spChg>
        <pc:grpChg chg="add">
          <ac:chgData name="Y Y" userId="50132bf925faa04d" providerId="Windows Live" clId="Web-{00000000-0000-0000-0000-000000000000}" dt="2026-10-14T03:41:54.901" v="154"/>
          <ac:grpSpMkLst>
            <pc:docMk/>
            <pc:sldMk cId="0" sldId="266"/>
            <ac:grpSpMk id="70" creationId="{293445F0-1C12-756D-3D5F-23779265EA14}"/>
          </ac:grpSpMkLst>
        </pc:grpChg>
        <pc:picChg chg="add mod">
          <ac:chgData name="Y Y" userId="50132bf925faa04d" providerId="Windows Live" clId="Web-{00000000-0000-0000-0000-000000000000}" dt="2026-10-14T03:38:35.643" v="53" actId="1076"/>
          <ac:picMkLst>
            <pc:docMk/>
            <pc:sldMk cId="0" sldId="266"/>
            <ac:picMk id="66" creationId="{0AB98295-25C6-48A1-514F-5201F400F4BC}"/>
          </ac:picMkLst>
        </pc:picChg>
        <pc:picChg chg="mod">
          <ac:chgData name="Y Y" userId="50132bf925faa04d" providerId="Windows Live" clId="Web-{00000000-0000-0000-0000-000000000000}" dt="2026-10-14T04:22:11.266" v="159" actId="1076"/>
          <ac:picMkLst>
            <pc:docMk/>
            <pc:sldMk cId="0" sldId="266"/>
            <ac:picMk id="72" creationId="{FCEC9451-8387-A6D8-DAED-94E1CB0DFBE5}"/>
          </ac:picMkLst>
        </pc:picChg>
      </pc:sldChg>
    </pc:docChg>
  </pc:docChgLst>
  <pc:docChgLst>
    <pc:chgData name="來賓使用者" providerId="Windows Live" clId="Web-{7530DC1E-B829-E4EE-B787-0E450E1DCF18}"/>
    <pc:docChg chg="addSld delSld modSld">
      <pc:chgData name="來賓使用者" userId="" providerId="Windows Live" clId="Web-{7530DC1E-B829-E4EE-B787-0E450E1DCF18}" dt="2026-10-14T12:13:19.477" v="281" actId="20577"/>
      <pc:docMkLst>
        <pc:docMk/>
      </pc:docMkLst>
      <pc:sldChg chg="modSp">
        <pc:chgData name="來賓使用者" userId="" providerId="Windows Live" clId="Web-{7530DC1E-B829-E4EE-B787-0E450E1DCF18}" dt="2026-10-14T12:13:19.477" v="281" actId="20577"/>
        <pc:sldMkLst>
          <pc:docMk/>
          <pc:sldMk cId="0" sldId="256"/>
        </pc:sldMkLst>
        <pc:spChg chg="mod">
          <ac:chgData name="來賓使用者" userId="" providerId="Windows Live" clId="Web-{7530DC1E-B829-E4EE-B787-0E450E1DCF18}" dt="2026-10-14T12:13:19.477" v="281" actId="20577"/>
          <ac:spMkLst>
            <pc:docMk/>
            <pc:sldMk cId="0" sldId="256"/>
            <ac:spMk id="6" creationId="{00000000-0000-0000-0000-000000000000}"/>
          </ac:spMkLst>
        </pc:spChg>
        <pc:spChg chg="mod">
          <ac:chgData name="來賓使用者" userId="" providerId="Windows Live" clId="Web-{7530DC1E-B829-E4EE-B787-0E450E1DCF18}" dt="2026-10-14T12:12:49.539" v="276" actId="20577"/>
          <ac:spMkLst>
            <pc:docMk/>
            <pc:sldMk cId="0" sldId="256"/>
            <ac:spMk id="7" creationId="{00000000-0000-0000-0000-000000000000}"/>
          </ac:spMkLst>
        </pc:spChg>
      </pc:sldChg>
      <pc:sldChg chg="addSp delSp modSp">
        <pc:chgData name="來賓使用者" userId="" providerId="Windows Live" clId="Web-{7530DC1E-B829-E4EE-B787-0E450E1DCF18}" dt="2026-10-14T12:12:01.149" v="275" actId="14100"/>
        <pc:sldMkLst>
          <pc:docMk/>
          <pc:sldMk cId="0" sldId="266"/>
        </pc:sldMkLst>
        <pc:spChg chg="add del mod">
          <ac:chgData name="來賓使用者" userId="" providerId="Windows Live" clId="Web-{7530DC1E-B829-E4EE-B787-0E450E1DCF18}" dt="2026-10-14T12:09:53.086" v="249"/>
          <ac:spMkLst>
            <pc:docMk/>
            <pc:sldMk cId="0" sldId="266"/>
            <ac:spMk id="61" creationId="{213EFE52-827E-5E6A-C9CD-2528308BF8D4}"/>
          </ac:spMkLst>
        </pc:spChg>
        <pc:grpChg chg="add del mod">
          <ac:chgData name="來賓使用者" userId="" providerId="Windows Live" clId="Web-{7530DC1E-B829-E4EE-B787-0E450E1DCF18}" dt="2026-10-14T12:11:23.649" v="261"/>
          <ac:grpSpMkLst>
            <pc:docMk/>
            <pc:sldMk cId="0" sldId="266"/>
            <ac:grpSpMk id="70" creationId="{6FEB3B35-F359-07DF-CF48-D34E3942780F}"/>
          </ac:grpSpMkLst>
        </pc:grpChg>
        <pc:picChg chg="add mod">
          <ac:chgData name="來賓使用者" userId="" providerId="Windows Live" clId="Web-{7530DC1E-B829-E4EE-B787-0E450E1DCF18}" dt="2026-10-14T12:11:51.555" v="272" actId="1076"/>
          <ac:picMkLst>
            <pc:docMk/>
            <pc:sldMk cId="0" sldId="266"/>
            <ac:picMk id="71" creationId="{31BDF6F1-A284-2009-A3E5-DFE64C146A4F}"/>
          </ac:picMkLst>
        </pc:picChg>
        <pc:picChg chg="del">
          <ac:chgData name="來賓使用者" userId="" providerId="Windows Live" clId="Web-{7530DC1E-B829-E4EE-B787-0E450E1DCF18}" dt="2026-10-14T12:09:46.461" v="245"/>
          <ac:picMkLst>
            <pc:docMk/>
            <pc:sldMk cId="0" sldId="266"/>
            <ac:picMk id="72" creationId="{FCEC9451-8387-A6D8-DAED-94E1CB0DFBE5}"/>
          </ac:picMkLst>
        </pc:picChg>
        <pc:picChg chg="mod">
          <ac:chgData name="來賓使用者" userId="" providerId="Windows Live" clId="Web-{7530DC1E-B829-E4EE-B787-0E450E1DCF18}" dt="2026-10-14T12:12:01.149" v="275" actId="14100"/>
          <ac:picMkLst>
            <pc:docMk/>
            <pc:sldMk cId="0" sldId="266"/>
            <ac:picMk id="77" creationId="{30D63D47-29BF-74BF-52AC-E968C322D2C6}"/>
          </ac:picMkLst>
        </pc:picChg>
      </pc:sldChg>
      <pc:sldChg chg="addSp delSp modSp">
        <pc:chgData name="來賓使用者" userId="" providerId="Windows Live" clId="Web-{7530DC1E-B829-E4EE-B787-0E450E1DCF18}" dt="2026-10-14T12:10:20.570" v="251"/>
        <pc:sldMkLst>
          <pc:docMk/>
          <pc:sldMk cId="3524207548" sldId="271"/>
        </pc:sldMkLst>
        <pc:spChg chg="mod">
          <ac:chgData name="來賓使用者" userId="" providerId="Windows Live" clId="Web-{7530DC1E-B829-E4EE-B787-0E450E1DCF18}" dt="2026-10-14T12:02:39.022" v="136" actId="1076"/>
          <ac:spMkLst>
            <pc:docMk/>
            <pc:sldMk cId="3524207548" sldId="271"/>
            <ac:spMk id="6" creationId="{E04E7212-1202-C00C-3575-8B7FFF8DAA82}"/>
          </ac:spMkLst>
        </pc:spChg>
        <pc:spChg chg="add mod">
          <ac:chgData name="來賓使用者" userId="" providerId="Windows Live" clId="Web-{7530DC1E-B829-E4EE-B787-0E450E1DCF18}" dt="2026-10-14T12:09:05.898" v="240" actId="1076"/>
          <ac:spMkLst>
            <pc:docMk/>
            <pc:sldMk cId="3524207548" sldId="271"/>
            <ac:spMk id="10" creationId="{B23F76E6-CCCC-0239-3531-8A58566804C7}"/>
          </ac:spMkLst>
        </pc:spChg>
        <pc:spChg chg="add mod">
          <ac:chgData name="來賓使用者" userId="" providerId="Windows Live" clId="Web-{7530DC1E-B829-E4EE-B787-0E450E1DCF18}" dt="2026-10-14T12:09:23.351" v="243" actId="14100"/>
          <ac:spMkLst>
            <pc:docMk/>
            <pc:sldMk cId="3524207548" sldId="271"/>
            <ac:spMk id="11" creationId="{3AA5BD6B-5109-2A5A-45B9-987265EA8C23}"/>
          </ac:spMkLst>
        </pc:spChg>
        <pc:spChg chg="add mod">
          <ac:chgData name="來賓使用者" userId="" providerId="Windows Live" clId="Web-{7530DC1E-B829-E4EE-B787-0E450E1DCF18}" dt="2026-10-14T12:10:20.570" v="251"/>
          <ac:spMkLst>
            <pc:docMk/>
            <pc:sldMk cId="3524207548" sldId="271"/>
            <ac:spMk id="12" creationId="{36952404-EC23-D97C-FA98-4A6F8A1B86FD}"/>
          </ac:spMkLst>
        </pc:spChg>
        <pc:grpChg chg="add">
          <ac:chgData name="來賓使用者" userId="" providerId="Windows Live" clId="Web-{7530DC1E-B829-E4EE-B787-0E450E1DCF18}" dt="2026-10-14T12:09:35.930" v="244"/>
          <ac:grpSpMkLst>
            <pc:docMk/>
            <pc:sldMk cId="3524207548" sldId="271"/>
            <ac:grpSpMk id="16" creationId="{25315331-B89C-23BD-9CB2-4C490816E165}"/>
          </ac:grpSpMkLst>
        </pc:grpChg>
        <pc:picChg chg="add del mod">
          <ac:chgData name="來賓使用者" userId="" providerId="Windows Live" clId="Web-{7530DC1E-B829-E4EE-B787-0E450E1DCF18}" dt="2026-10-14T11:43:08.661" v="5"/>
          <ac:picMkLst>
            <pc:docMk/>
            <pc:sldMk cId="3524207548" sldId="271"/>
            <ac:picMk id="8" creationId="{255213BC-1880-EE32-E7C5-8C83EC1566D2}"/>
          </ac:picMkLst>
        </pc:picChg>
        <pc:picChg chg="add del mod">
          <ac:chgData name="來賓使用者" userId="" providerId="Windows Live" clId="Web-{7530DC1E-B829-E4EE-B787-0E450E1DCF18}" dt="2026-10-14T12:01:12.366" v="120"/>
          <ac:picMkLst>
            <pc:docMk/>
            <pc:sldMk cId="3524207548" sldId="271"/>
            <ac:picMk id="9" creationId="{F0A22218-0AEA-C8A6-5610-45CC20FEC01F}"/>
          </ac:picMkLst>
        </pc:picChg>
        <pc:picChg chg="add del mod ord">
          <ac:chgData name="來賓使用者" userId="" providerId="Windows Live" clId="Web-{7530DC1E-B829-E4EE-B787-0E450E1DCF18}" dt="2026-10-14T12:03:54.929" v="165"/>
          <ac:picMkLst>
            <pc:docMk/>
            <pc:sldMk cId="3524207548" sldId="271"/>
            <ac:picMk id="13" creationId="{B9A66C6B-ECCD-E64A-5CB5-4C4D2EAB1D27}"/>
          </ac:picMkLst>
        </pc:picChg>
        <pc:picChg chg="add del mod">
          <ac:chgData name="來賓使用者" userId="" providerId="Windows Live" clId="Web-{7530DC1E-B829-E4EE-B787-0E450E1DCF18}" dt="2026-10-14T12:06:18.523" v="168"/>
          <ac:picMkLst>
            <pc:docMk/>
            <pc:sldMk cId="3524207548" sldId="271"/>
            <ac:picMk id="14" creationId="{C29AC590-101E-7BAA-2A22-92A1312A5A2A}"/>
          </ac:picMkLst>
        </pc:picChg>
        <pc:picChg chg="add mod ord">
          <ac:chgData name="來賓使用者" userId="" providerId="Windows Live" clId="Web-{7530DC1E-B829-E4EE-B787-0E450E1DCF18}" dt="2026-10-14T12:06:41.788" v="177"/>
          <ac:picMkLst>
            <pc:docMk/>
            <pc:sldMk cId="3524207548" sldId="271"/>
            <ac:picMk id="15" creationId="{82C37D70-595E-9A39-13BC-A431F4085E03}"/>
          </ac:picMkLst>
        </pc:picChg>
      </pc:sldChg>
      <pc:sldChg chg="new del">
        <pc:chgData name="來賓使用者" userId="" providerId="Windows Live" clId="Web-{7530DC1E-B829-E4EE-B787-0E450E1DCF18}" dt="2026-10-14T11:45:31.989" v="18"/>
        <pc:sldMkLst>
          <pc:docMk/>
          <pc:sldMk cId="2894831165" sldId="279"/>
        </pc:sldMkLst>
      </pc:sldChg>
    </pc:docChg>
  </pc:docChgLst>
  <pc:docChgLst>
    <pc:chgData name="Guest User" providerId="Windows Live" clId="Web-{0C20F704-4D9B-6EE2-4FDB-AFCA7C57AC4E}"/>
    <pc:docChg chg="delSld modSld">
      <pc:chgData name="Guest User" userId="" providerId="Windows Live" clId="Web-{0C20F704-4D9B-6EE2-4FDB-AFCA7C57AC4E}" dt="2026-10-15T03:29:12.833" v="8"/>
      <pc:docMkLst>
        <pc:docMk/>
      </pc:docMkLst>
      <pc:sldChg chg="delSp modSp">
        <pc:chgData name="Guest User" userId="" providerId="Windows Live" clId="Web-{0C20F704-4D9B-6EE2-4FDB-AFCA7C57AC4E}" dt="2026-10-15T03:28:34.270" v="7" actId="1076"/>
        <pc:sldMkLst>
          <pc:docMk/>
          <pc:sldMk cId="0" sldId="262"/>
        </pc:sldMkLst>
        <pc:spChg chg="del">
          <ac:chgData name="Guest User" userId="" providerId="Windows Live" clId="Web-{0C20F704-4D9B-6EE2-4FDB-AFCA7C57AC4E}" dt="2026-10-15T03:28:00.768" v="0"/>
          <ac:spMkLst>
            <pc:docMk/>
            <pc:sldMk cId="0" sldId="262"/>
            <ac:spMk id="11" creationId="{00000000-0000-0000-0000-000000000000}"/>
          </ac:spMkLst>
        </pc:spChg>
        <pc:spChg chg="del">
          <ac:chgData name="Guest User" userId="" providerId="Windows Live" clId="Web-{0C20F704-4D9B-6EE2-4FDB-AFCA7C57AC4E}" dt="2026-10-15T03:28:03.972" v="2"/>
          <ac:spMkLst>
            <pc:docMk/>
            <pc:sldMk cId="0" sldId="262"/>
            <ac:spMk id="12" creationId="{00000000-0000-0000-0000-000000000000}"/>
          </ac:spMkLst>
        </pc:spChg>
        <pc:spChg chg="del">
          <ac:chgData name="Guest User" userId="" providerId="Windows Live" clId="Web-{0C20F704-4D9B-6EE2-4FDB-AFCA7C57AC4E}" dt="2026-10-15T03:28:02.784" v="1"/>
          <ac:spMkLst>
            <pc:docMk/>
            <pc:sldMk cId="0" sldId="262"/>
            <ac:spMk id="13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23" v="5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54" v="6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Guest User" userId="" providerId="Windows Live" clId="Web-{0C20F704-4D9B-6EE2-4FDB-AFCA7C57AC4E}" dt="2026-10-15T03:28:34.270" v="7" actId="1076"/>
          <ac:spMkLst>
            <pc:docMk/>
            <pc:sldMk cId="0" sldId="262"/>
            <ac:spMk id="19" creationId="{00000000-0000-0000-0000-000000000000}"/>
          </ac:spMkLst>
        </pc:spChg>
      </pc:sldChg>
      <pc:sldChg chg="del">
        <pc:chgData name="Guest User" userId="" providerId="Windows Live" clId="Web-{0C20F704-4D9B-6EE2-4FDB-AFCA7C57AC4E}" dt="2026-10-15T03:29:12.833" v="8"/>
        <pc:sldMkLst>
          <pc:docMk/>
          <pc:sldMk cId="2826808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7E7B10-952C-42AF-A4A0-4F7D2A298A6F}" type="datetimeFigureOut">
              <a:t>10/14/2026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95879-B894-4DBF-B3D2-031959FECA84}" type="slidenum"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5661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EAC2-D86E-3778-0437-5CA08EDB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3E11C0-E0A3-821B-B16F-8695FADF6B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B08B86-76CD-C679-14F0-990D48B249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869FD-0230-51D8-E70E-26026762EF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3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19B3B-7831-DDAD-A88E-B816CD593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CF2B65-3061-9474-8335-4495D344C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54B7F7-9499-78DA-8604-698692513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3C175-E434-9F0D-34A9-456DA99011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049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E717-BD4A-956B-5267-9E96AB646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5471A-5889-4CCF-3091-7B9B7F7877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C79C83-A437-4270-87B0-1137D4BA2F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A9F998-796A-FA6F-EECA-6BF26569BF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211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7B871-3D11-57ED-9044-B24FD0941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7710FD-D33C-A94D-CF7E-23C559B87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F91E0E-0FD0-FD12-ED0D-65D50DC984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05A95-C2C9-DB89-4939-0664B44573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880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FD12C-6968-6241-FD9F-3D1055310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F85AF8-BBAC-D9B2-1F50-BDB473021B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92E79-5BC0-2DA3-E62C-7F9C911CE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5C9277-41C3-B972-B7FB-D85C961E19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3732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35EC0-BE99-DC2C-FC04-20BA739AE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94DB79-7C7F-EA59-2217-74CEC9505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71E69D-41A9-1645-7DEC-C2A325013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ADDA4E-1750-BA26-37CB-A421B9D0F9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1533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33598-B0E6-37DD-193C-AA9D36F45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27C8A-58F2-14C9-5786-142A9CAA21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B0122-1E6D-84F3-644B-107551640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FCE97B-5F69-8E7B-B50E-828A28F97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607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Pricing Forecast Capability Assessment</a:t>
            </a:r>
            <a:br>
              <a:rPr lang="en-US" sz="2800" b="1">
                <a:latin typeface="Cambria"/>
                <a:ea typeface="Cambria"/>
              </a:rPr>
            </a:br>
            <a:r>
              <a:rPr lang="en-US" sz="2800" b="1">
                <a:solidFill>
                  <a:srgbClr val="000000"/>
                </a:solidFill>
                <a:latin typeface="Cambria"/>
                <a:ea typeface="Cambria"/>
              </a:rPr>
              <a:t>of Linear Regression, ARIMA, Random Forest and LSTM Models</a:t>
            </a:r>
            <a:endParaRPr lang="en-US" sz="2800">
              <a:highlight>
                <a:srgbClr val="606060"/>
              </a:highlight>
              <a:latin typeface="Cambria"/>
              <a:ea typeface="Cambria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2743200" cy="0"/>
          </a:xfrm>
          <a:prstGeom prst="line">
            <a:avLst/>
          </a:prstGeom>
          <a:noFill/>
          <a:ln w="25400">
            <a:solidFill>
              <a:srgbClr val="B91C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3832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>
                <a:solidFill>
                  <a:srgbClr val="2C3E50"/>
                </a:solidFill>
                <a:ea typeface="+mn-lt"/>
                <a:cs typeface="+mn-lt"/>
              </a:rPr>
              <a:t>Cheng Ying Yu, Ku Ho Kat, Pong Zhun Log, Wong Sai Cheong </a:t>
            </a:r>
            <a:endParaRPr lang="en-US" altLang="zh-TW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Python Data Analysis (CT298)</a:t>
            </a:r>
            <a:endParaRPr lang="en-US" sz="1300"/>
          </a:p>
          <a:p>
            <a:pPr marL="0" indent="0">
              <a:buNone/>
            </a:pPr>
            <a:r>
              <a:rPr lang="en-US" sz="13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Submission Date: 21 October 2026</a:t>
            </a:r>
            <a:endParaRPr lang="en-US" sz="1300"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640080" y="9144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137160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600"/>
          </a:p>
        </p:txBody>
      </p:sp>
      <p:sp>
        <p:nvSpPr>
          <p:cNvPr id="10" name="Text 8"/>
          <p:cNvSpPr/>
          <p:nvPr/>
        </p:nvSpPr>
        <p:spPr>
          <a:xfrm>
            <a:off x="640080" y="13898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/>
          </a:p>
        </p:txBody>
      </p:sp>
      <p:sp>
        <p:nvSpPr>
          <p:cNvPr id="11" name="Text 9"/>
          <p:cNvSpPr/>
          <p:nvPr/>
        </p:nvSpPr>
        <p:spPr>
          <a:xfrm>
            <a:off x="1371600" y="13898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Objectives</a:t>
            </a:r>
            <a:endParaRPr lang="en-US" sz="1600"/>
          </a:p>
        </p:txBody>
      </p:sp>
      <p:sp>
        <p:nvSpPr>
          <p:cNvPr id="13" name="Text 11"/>
          <p:cNvSpPr/>
          <p:nvPr/>
        </p:nvSpPr>
        <p:spPr>
          <a:xfrm>
            <a:off x="640080" y="186537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/>
          </a:p>
        </p:txBody>
      </p:sp>
      <p:sp>
        <p:nvSpPr>
          <p:cNvPr id="14" name="Text 12"/>
          <p:cNvSpPr/>
          <p:nvPr/>
        </p:nvSpPr>
        <p:spPr>
          <a:xfrm>
            <a:off x="1371600" y="186537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Analysis &amp; Methodology</a:t>
            </a:r>
            <a:endParaRPr lang="en-US" sz="1600"/>
          </a:p>
        </p:txBody>
      </p:sp>
      <p:sp>
        <p:nvSpPr>
          <p:cNvPr id="16" name="Text 14"/>
          <p:cNvSpPr/>
          <p:nvPr/>
        </p:nvSpPr>
        <p:spPr>
          <a:xfrm>
            <a:off x="640080" y="234086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1371600" y="234086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1600"/>
          </a:p>
        </p:txBody>
      </p:sp>
      <p:sp>
        <p:nvSpPr>
          <p:cNvPr id="19" name="Text 17"/>
          <p:cNvSpPr/>
          <p:nvPr/>
        </p:nvSpPr>
        <p:spPr>
          <a:xfrm>
            <a:off x="640080" y="28163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/>
          </a:p>
        </p:txBody>
      </p:sp>
      <p:sp>
        <p:nvSpPr>
          <p:cNvPr id="20" name="Text 18"/>
          <p:cNvSpPr/>
          <p:nvPr/>
        </p:nvSpPr>
        <p:spPr>
          <a:xfrm>
            <a:off x="1371600" y="28163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Performance Comparison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/>
          </a:p>
        </p:txBody>
      </p:sp>
      <p:sp>
        <p:nvSpPr>
          <p:cNvPr id="23" name="Text 21"/>
          <p:cNvSpPr/>
          <p:nvPr/>
        </p:nvSpPr>
        <p:spPr>
          <a:xfrm>
            <a:off x="1371600" y="3291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&amp; Conclusion</a:t>
            </a:r>
            <a:endParaRPr lang="en-US" sz="1600"/>
          </a:p>
        </p:txBody>
      </p:sp>
      <p:sp>
        <p:nvSpPr>
          <p:cNvPr id="25" name="Text 23"/>
          <p:cNvSpPr/>
          <p:nvPr/>
        </p:nvSpPr>
        <p:spPr>
          <a:xfrm>
            <a:off x="640080" y="37673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/>
          </a:p>
        </p:txBody>
      </p:sp>
      <p:sp>
        <p:nvSpPr>
          <p:cNvPr id="26" name="Text 24"/>
          <p:cNvSpPr/>
          <p:nvPr/>
        </p:nvSpPr>
        <p:spPr>
          <a:xfrm>
            <a:off x="1371600" y="3767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</a:t>
            </a:r>
            <a:endParaRPr lang="en-US"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Executive Summary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forecasting models evaluated on five financial assets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109728" cy="50292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" y="128016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3258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356616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overall on S&amp;P 500, 0388.HK, 0005.HK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109728" cy="50292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6928" y="192024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19659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3566160" y="19659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results for S&amp;P 500 Index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09728" cy="50292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256032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2606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3566160" y="2606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Outperformed on 0386.HK (nonlinear patterns)</a:t>
            </a:r>
            <a:endParaRPr lang="en-US" sz="140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109728" cy="502920"/>
          </a:xfrm>
          <a:prstGeom prst="rect">
            <a:avLst/>
          </a:prstGeom>
          <a:solidFill>
            <a:srgbClr val="2C3E50"/>
          </a:solidFill>
          <a:ln/>
        </p:spPr>
      </p:sp>
      <p:sp>
        <p:nvSpPr>
          <p:cNvPr id="21" name="Shape 19"/>
          <p:cNvSpPr/>
          <p:nvPr/>
        </p:nvSpPr>
        <p:spPr>
          <a:xfrm>
            <a:off x="566928" y="3200400"/>
            <a:ext cx="7955280" cy="50292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12700" dir="162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2461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356616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accurate forecasts for HSI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No single model dominated → Hybrid framework recommended</a:t>
            </a:r>
            <a:endParaRPr 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Introduction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Price Forecasting Matters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Identify market opportunities and improve asset allocation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Manage downside risks in portfolio construction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874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Support informed investment decision-making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Challenge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548640" y="260604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markets exhibit non-linearity, volatility clustering, structural breaks, and external shocks — making accurate forecasting difficult.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Models Compared</a:t>
            </a:r>
            <a:endParaRPr lang="en-US" sz="1600"/>
          </a:p>
        </p:txBody>
      </p:sp>
      <p:sp>
        <p:nvSpPr>
          <p:cNvPr id="14" name="Shape 12"/>
          <p:cNvSpPr/>
          <p:nvPr/>
        </p:nvSpPr>
        <p:spPr>
          <a:xfrm>
            <a:off x="45720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54864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baseline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56032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265176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time-series</a:t>
            </a:r>
            <a:endParaRPr lang="en-US" sz="1200"/>
          </a:p>
        </p:txBody>
      </p:sp>
      <p:sp>
        <p:nvSpPr>
          <p:cNvPr id="20" name="Shape 18"/>
          <p:cNvSpPr/>
          <p:nvPr/>
        </p:nvSpPr>
        <p:spPr>
          <a:xfrm>
            <a:off x="466344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475488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ML</a:t>
            </a:r>
            <a:endParaRPr lang="en-US" sz="1200"/>
          </a:p>
        </p:txBody>
      </p:sp>
      <p:sp>
        <p:nvSpPr>
          <p:cNvPr id="23" name="Shape 21"/>
          <p:cNvSpPr/>
          <p:nvPr/>
        </p:nvSpPr>
        <p:spPr>
          <a:xfrm>
            <a:off x="6766560" y="36118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3703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6858000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Assets Under Study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financial assets selected for evaluation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280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^GSPC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2377440" y="12801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Index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217920" y="1280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Equity Index</a:t>
            </a:r>
            <a:endParaRPr lang="en-US" sz="130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1874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^HSI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2377440" y="1874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Seng Index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 Equity Index</a:t>
            </a:r>
            <a:endParaRPr lang="en-US" sz="1300"/>
          </a:p>
        </p:txBody>
      </p:sp>
      <p:sp>
        <p:nvSpPr>
          <p:cNvPr id="16" name="Shape 14"/>
          <p:cNvSpPr/>
          <p:nvPr/>
        </p:nvSpPr>
        <p:spPr>
          <a:xfrm>
            <a:off x="457200" y="242316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2377440" y="2468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HSBC Holdings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6217920" y="2468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Banking Equity</a:t>
            </a:r>
            <a:endParaRPr lang="en-US" sz="1300"/>
          </a:p>
        </p:txBody>
      </p:sp>
      <p:sp>
        <p:nvSpPr>
          <p:cNvPr id="20" name="Shape 18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0632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377440" y="30632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Sinopec Corp.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6217920" y="3063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Equity</a:t>
            </a:r>
            <a:endParaRPr lang="en-US" sz="130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2377440" y="36576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HKEX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621792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Equity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Data Analysis &amp; Methodology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/>
          </a:p>
        </p:txBody>
      </p:sp>
      <p:sp>
        <p:nvSpPr>
          <p:cNvPr id="10" name="Text 8"/>
          <p:cNvSpPr/>
          <p:nvPr/>
        </p:nvSpPr>
        <p:spPr>
          <a:xfrm>
            <a:off x="41148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30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Yahoo Finance API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years daily data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182880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3" name="Shape 11"/>
          <p:cNvSpPr/>
          <p:nvPr/>
        </p:nvSpPr>
        <p:spPr>
          <a:xfrm>
            <a:off x="205740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5" name="Text 13"/>
          <p:cNvSpPr/>
          <p:nvPr/>
        </p:nvSpPr>
        <p:spPr>
          <a:xfrm>
            <a:off x="256032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4884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14884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bfill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 + </a:t>
            </a:r>
            <a:r>
              <a:rPr lang="en-US" sz="1100" err="1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dropna</a:t>
            </a:r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 +</a:t>
            </a:r>
            <a:endParaRPr lang="en-US" sz="1100" err="1">
              <a:latin typeface="Calibri"/>
              <a:ea typeface="Calibri"/>
              <a:cs typeface="Calibri"/>
            </a:endParaRPr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review</a:t>
            </a:r>
            <a:endParaRPr lang="en-US" sz="1100"/>
          </a:p>
        </p:txBody>
      </p:sp>
      <p:sp>
        <p:nvSpPr>
          <p:cNvPr id="18" name="Text 16"/>
          <p:cNvSpPr/>
          <p:nvPr/>
        </p:nvSpPr>
        <p:spPr>
          <a:xfrm>
            <a:off x="356616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19" name="Shape 17"/>
          <p:cNvSpPr/>
          <p:nvPr/>
        </p:nvSpPr>
        <p:spPr>
          <a:xfrm>
            <a:off x="379476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1" name="Text 19"/>
          <p:cNvSpPr/>
          <p:nvPr/>
        </p:nvSpPr>
        <p:spPr>
          <a:xfrm>
            <a:off x="429768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/>
          </a:p>
        </p:txBody>
      </p:sp>
      <p:sp>
        <p:nvSpPr>
          <p:cNvPr id="22" name="Text 20"/>
          <p:cNvSpPr/>
          <p:nvPr/>
        </p:nvSpPr>
        <p:spPr>
          <a:xfrm>
            <a:off x="388620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388620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>
                <a:solidFill>
                  <a:srgbClr val="6B7280"/>
                </a:solidFill>
                <a:latin typeface="Calibri"/>
                <a:ea typeface="Calibri"/>
                <a:cs typeface="Calibri"/>
              </a:rPr>
              <a:t>Simple Moving Average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 tests</a:t>
            </a:r>
            <a:endParaRPr lang="en-US" sz="1100"/>
          </a:p>
        </p:txBody>
      </p:sp>
      <p:sp>
        <p:nvSpPr>
          <p:cNvPr id="24" name="Text 22"/>
          <p:cNvSpPr/>
          <p:nvPr/>
        </p:nvSpPr>
        <p:spPr>
          <a:xfrm>
            <a:off x="530352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25" name="Shape 23"/>
          <p:cNvSpPr/>
          <p:nvPr/>
        </p:nvSpPr>
        <p:spPr>
          <a:xfrm>
            <a:off x="553212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3504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7" name="Text 25"/>
          <p:cNvSpPr/>
          <p:nvPr/>
        </p:nvSpPr>
        <p:spPr>
          <a:xfrm>
            <a:off x="603504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/>
          </a:p>
        </p:txBody>
      </p:sp>
      <p:sp>
        <p:nvSpPr>
          <p:cNvPr id="28" name="Text 26"/>
          <p:cNvSpPr/>
          <p:nvPr/>
        </p:nvSpPr>
        <p:spPr>
          <a:xfrm>
            <a:off x="562356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Modeling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562356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models with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 tuning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7040880" y="18288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/>
          </a:p>
        </p:txBody>
      </p:sp>
      <p:sp>
        <p:nvSpPr>
          <p:cNvPr id="31" name="Shape 29"/>
          <p:cNvSpPr/>
          <p:nvPr/>
        </p:nvSpPr>
        <p:spPr>
          <a:xfrm>
            <a:off x="7269480" y="1097280"/>
            <a:ext cx="16002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0" y="1280160"/>
            <a:ext cx="594360" cy="5943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0" y="1325880"/>
            <a:ext cx="594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/>
          </a:p>
        </p:txBody>
      </p:sp>
      <p:sp>
        <p:nvSpPr>
          <p:cNvPr id="34" name="Text 32"/>
          <p:cNvSpPr/>
          <p:nvPr/>
        </p:nvSpPr>
        <p:spPr>
          <a:xfrm>
            <a:off x="7360920" y="2011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/>
          </a:p>
        </p:txBody>
      </p:sp>
      <p:sp>
        <p:nvSpPr>
          <p:cNvPr id="35" name="Text 33"/>
          <p:cNvSpPr/>
          <p:nvPr/>
        </p:nvSpPr>
        <p:spPr>
          <a:xfrm>
            <a:off x="7360920" y="24231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· MAE · MAPE</a:t>
            </a:r>
            <a:endParaRPr lang="en-US" sz="1100"/>
          </a:p>
          <a:p>
            <a:pPr marL="0" indent="0" algn="ctr">
              <a:buNone/>
            </a:pPr>
            <a:r>
              <a:rPr lang="en-US" sz="11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sequential split</a:t>
            </a:r>
            <a:endParaRPr lang="en-US" sz="1100"/>
          </a:p>
        </p:txBody>
      </p:sp>
      <p:sp>
        <p:nvSpPr>
          <p:cNvPr id="36" name="Shape 34"/>
          <p:cNvSpPr/>
          <p:nvPr/>
        </p:nvSpPr>
        <p:spPr>
          <a:xfrm>
            <a:off x="457200" y="3383280"/>
            <a:ext cx="3931920" cy="11887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</a:t>
            </a:r>
            <a:endParaRPr lang="en-US" sz="1300"/>
          </a:p>
        </p:txBody>
      </p:sp>
      <p:sp>
        <p:nvSpPr>
          <p:cNvPr id="38" name="Text 36"/>
          <p:cNvSpPr/>
          <p:nvPr/>
        </p:nvSpPr>
        <p:spPr>
          <a:xfrm>
            <a:off x="64008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patterns contain predictive signal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Relationships persist over forecast horizon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Prices reflect historical time-series info</a:t>
            </a:r>
            <a:endParaRPr lang="en-US" sz="1200"/>
          </a:p>
        </p:txBody>
      </p:sp>
      <p:sp>
        <p:nvSpPr>
          <p:cNvPr id="39" name="Shape 37"/>
          <p:cNvSpPr/>
          <p:nvPr/>
        </p:nvSpPr>
        <p:spPr>
          <a:xfrm>
            <a:off x="4663440" y="3383280"/>
            <a:ext cx="4023360" cy="11887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300"/>
          </a:p>
        </p:txBody>
      </p:sp>
      <p:sp>
        <p:nvSpPr>
          <p:cNvPr id="41" name="Text 39"/>
          <p:cNvSpPr/>
          <p:nvPr/>
        </p:nvSpPr>
        <p:spPr>
          <a:xfrm>
            <a:off x="4846320" y="37947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Black-swan events &amp; regime shifts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Macro / geopolitical shocks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model eliminates investment risk</a:t>
            </a:r>
            <a:endParaRPr lang="en-US" sz="12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Preprocessing Highlights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Engineering</a:t>
            </a:r>
            <a:endParaRPr lang="en-US" sz="15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Averages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64008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Simple Moving Average for trend smoothing</a:t>
            </a:r>
            <a:endParaRPr lang="en-US" sz="1200">
              <a:latin typeface="Calibri"/>
              <a:ea typeface="Calibri"/>
              <a:cs typeface="Calibri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Stationarity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ADF test: raw series non-stationary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457200" y="1853766"/>
            <a:ext cx="4023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8994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</a:t>
            </a:r>
            <a:endParaRPr lang="en-US" sz="1300"/>
          </a:p>
        </p:txBody>
      </p:sp>
      <p:sp>
        <p:nvSpPr>
          <p:cNvPr id="19" name="Text 17"/>
          <p:cNvSpPr/>
          <p:nvPr/>
        </p:nvSpPr>
        <p:spPr>
          <a:xfrm>
            <a:off x="640080" y="212808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std-dev shows clustering</a:t>
            </a:r>
            <a:endParaRPr lang="en-US" sz="1200"/>
          </a:p>
        </p:txBody>
      </p:sp>
      <p:sp>
        <p:nvSpPr>
          <p:cNvPr id="20" name="Text 18"/>
          <p:cNvSpPr/>
          <p:nvPr/>
        </p:nvSpPr>
        <p:spPr>
          <a:xfrm>
            <a:off x="4754880" y="868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Model-Specific Prep</a:t>
            </a:r>
            <a:endParaRPr lang="en-US" sz="1500"/>
          </a:p>
        </p:txBody>
      </p:sp>
      <p:sp>
        <p:nvSpPr>
          <p:cNvPr id="21" name="Shape 19"/>
          <p:cNvSpPr/>
          <p:nvPr/>
        </p:nvSpPr>
        <p:spPr>
          <a:xfrm>
            <a:off x="4754880" y="123444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2" name="Text 20"/>
          <p:cNvSpPr/>
          <p:nvPr/>
        </p:nvSpPr>
        <p:spPr>
          <a:xfrm>
            <a:off x="4937760" y="1280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300"/>
          </a:p>
        </p:txBody>
      </p:sp>
      <p:sp>
        <p:nvSpPr>
          <p:cNvPr id="23" name="Text 21"/>
          <p:cNvSpPr/>
          <p:nvPr/>
        </p:nvSpPr>
        <p:spPr>
          <a:xfrm>
            <a:off x="493776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Remove extreme 2–4% daily returns to improve R²</a:t>
            </a:r>
            <a:endParaRPr lang="en-US" sz="1100">
              <a:latin typeface="Calibri"/>
              <a:ea typeface="Calibri"/>
              <a:cs typeface="Calibri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54880" y="187452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5" name="Text 23"/>
          <p:cNvSpPr/>
          <p:nvPr/>
        </p:nvSpPr>
        <p:spPr>
          <a:xfrm>
            <a:off x="4937760" y="19202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4937760" y="2148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Differencing + log transform for stationarity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4754880" y="251460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4937760" y="2788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Features: Bias, MA Divergence, CV, Activity, Vol Momentum</a:t>
            </a:r>
          </a:p>
          <a:p>
            <a:r>
              <a:rPr lang="en-US" sz="1100">
                <a:solidFill>
                  <a:srgbClr val="2C3E50"/>
                </a:solidFill>
                <a:ea typeface="Calibri"/>
                <a:cs typeface="Calibri"/>
              </a:rPr>
              <a:t>Target: Next-day return</a:t>
            </a:r>
          </a:p>
        </p:txBody>
      </p:sp>
      <p:sp>
        <p:nvSpPr>
          <p:cNvPr id="30" name="Shape 28"/>
          <p:cNvSpPr/>
          <p:nvPr/>
        </p:nvSpPr>
        <p:spPr>
          <a:xfrm>
            <a:off x="4754880" y="3154680"/>
            <a:ext cx="3931920" cy="54864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32" name="Text 30"/>
          <p:cNvSpPr/>
          <p:nvPr/>
        </p:nvSpPr>
        <p:spPr>
          <a:xfrm>
            <a:off x="4937760" y="3429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MinMaxScaler [0,1]; stacked LSTM + Dropout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Model Architecture &amp; Tuning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32004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β₁X₁ + … + βₙXₙ + ε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54864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Benchmark model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Historical predictors + lags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Assumes linear relationship</a:t>
            </a:r>
            <a:endParaRPr lang="en-US" sz="120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8686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Yₜ = c + ΣφᵢY₍ₜ₋ᵢ₎ + Σθⱼε₍ₜ₋ⱼ₎ + εₜ</a:t>
            </a:r>
            <a:endParaRPr lang="en-US" sz="1200"/>
          </a:p>
        </p:txBody>
      </p:sp>
      <p:sp>
        <p:nvSpPr>
          <p:cNvPr id="16" name="Text 14"/>
          <p:cNvSpPr/>
          <p:nvPr/>
        </p:nvSpPr>
        <p:spPr>
          <a:xfrm>
            <a:off x="4937760" y="1645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Optimized (p,d,q)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Stationarity validated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Autocorrelation focus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32004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54864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(1/B) Σ Tᵦ(X)</a:t>
            </a:r>
            <a:endParaRPr lang="en-US" sz="1200"/>
          </a:p>
        </p:txBody>
      </p:sp>
      <p:sp>
        <p:nvSpPr>
          <p:cNvPr id="21" name="Text 19"/>
          <p:cNvSpPr/>
          <p:nvPr/>
        </p:nvSpPr>
        <p:spPr>
          <a:xfrm>
            <a:off x="54864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GridSearchCV 5-fold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n_est: 100/200, depth: 3/5/7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Predicts next-day returns</a:t>
            </a:r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4709160" y="269748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2697480"/>
            <a:ext cx="91440" cy="169164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24" name="Text 22"/>
          <p:cNvSpPr/>
          <p:nvPr/>
        </p:nvSpPr>
        <p:spPr>
          <a:xfrm>
            <a:off x="4937760" y="2788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4937760" y="31089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hₜ = oₜ · tanh(Cₜ)</a:t>
            </a:r>
            <a:endParaRPr lang="en-US" sz="1200"/>
          </a:p>
        </p:txBody>
      </p:sp>
      <p:sp>
        <p:nvSpPr>
          <p:cNvPr id="26" name="Text 24"/>
          <p:cNvSpPr/>
          <p:nvPr/>
        </p:nvSpPr>
        <p:spPr>
          <a:xfrm>
            <a:off x="4937760" y="34747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Stacked LSTM + Dropout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Dense output, Adam, MSE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Chronological split</a:t>
            </a:r>
            <a:endParaRPr lang="en-US"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Metrics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values = better forecasting accuracy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508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</a:t>
            </a:r>
            <a:endParaRPr lang="en-US" sz="1800"/>
          </a:p>
        </p:txBody>
      </p:sp>
      <p:sp>
        <p:nvSpPr>
          <p:cNvPr id="11" name="Text 9"/>
          <p:cNvSpPr/>
          <p:nvPr/>
        </p:nvSpPr>
        <p:spPr>
          <a:xfrm>
            <a:off x="2103120" y="13716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Error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2103120" y="16916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magnitude of residual errors on a linear scale. Robust to outliers. Expressed in price units.</a:t>
            </a:r>
            <a:endParaRPr lang="en-US" sz="130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560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RMSE</a:t>
            </a:r>
            <a:endParaRPr lang="en-US" sz="1800"/>
          </a:p>
        </p:txBody>
      </p:sp>
      <p:sp>
        <p:nvSpPr>
          <p:cNvPr id="16" name="Text 14"/>
          <p:cNvSpPr/>
          <p:nvPr/>
        </p:nvSpPr>
        <p:spPr>
          <a:xfrm>
            <a:off x="2103120" y="2423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Mean Squared Error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2103120" y="2743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Heavily penalizes large deviations. Critical for assessing whether models mitigate tail-risk prediction errors.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337560"/>
            <a:ext cx="146304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6118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MAPE</a:t>
            </a:r>
            <a:endParaRPr lang="en-US" sz="1800"/>
          </a:p>
        </p:txBody>
      </p:sp>
      <p:sp>
        <p:nvSpPr>
          <p:cNvPr id="21" name="Text 19"/>
          <p:cNvSpPr/>
          <p:nvPr/>
        </p:nvSpPr>
        <p:spPr>
          <a:xfrm>
            <a:off x="2103120" y="34747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Absolute Percentage Error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2103120" y="37947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Scale-independent percentage error. Enables fair comparison across assets with different price levels.</a:t>
            </a:r>
            <a:endParaRPr lang="en-US" sz="13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Results Overview — Best Model by Asset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8229600" cy="41148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9601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960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5029200" y="9601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300"/>
          </a:p>
        </p:txBody>
      </p:sp>
      <p:sp>
        <p:nvSpPr>
          <p:cNvPr id="11" name="Shape 9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4630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2743200" y="14630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/ ARIMA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502920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5" name="Shape 13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HSI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274320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300"/>
          </a:p>
        </p:txBody>
      </p:sp>
      <p:sp>
        <p:nvSpPr>
          <p:cNvPr id="18" name="Text 16"/>
          <p:cNvSpPr/>
          <p:nvPr/>
        </p:nvSpPr>
        <p:spPr>
          <a:xfrm>
            <a:off x="5029200" y="19659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2743200" y="2468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300"/>
          </a:p>
        </p:txBody>
      </p:sp>
      <p:sp>
        <p:nvSpPr>
          <p:cNvPr id="22" name="Text 20"/>
          <p:cNvSpPr/>
          <p:nvPr/>
        </p:nvSpPr>
        <p:spPr>
          <a:xfrm>
            <a:off x="5029200" y="2468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718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</a:t>
            </a:r>
            <a:endParaRPr lang="en-US" sz="1300"/>
          </a:p>
        </p:txBody>
      </p:sp>
      <p:sp>
        <p:nvSpPr>
          <p:cNvPr id="25" name="Text 23"/>
          <p:cNvSpPr/>
          <p:nvPr/>
        </p:nvSpPr>
        <p:spPr>
          <a:xfrm>
            <a:off x="2743200" y="29718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26" name="Text 24"/>
          <p:cNvSpPr/>
          <p:nvPr/>
        </p:nvSpPr>
        <p:spPr>
          <a:xfrm>
            <a:off x="5029200" y="2971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RMSE, MAE &amp; MAPE</a:t>
            </a:r>
            <a:endParaRPr lang="en-US" sz="130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</a:t>
            </a:r>
            <a:endParaRPr lang="en-US" sz="130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/>
          </a:p>
        </p:txBody>
      </p:sp>
      <p:sp>
        <p:nvSpPr>
          <p:cNvPr id="30" name="Text 28"/>
          <p:cNvSpPr/>
          <p:nvPr/>
        </p:nvSpPr>
        <p:spPr>
          <a:xfrm>
            <a:off x="502920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accuracy across metrics</a:t>
            </a:r>
            <a:endParaRPr lang="en-US" sz="1300"/>
          </a:p>
        </p:txBody>
      </p:sp>
      <p:sp>
        <p:nvSpPr>
          <p:cNvPr id="31" name="Text 29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model dominates → asset-dependent performance</a:t>
            </a:r>
            <a:endParaRPr lang="en-US" sz="14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S&amp;P 500 &amp; HSI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1. S&amp;P 500 Model Performance</a:t>
            </a:r>
            <a:endParaRPr lang="en-US" sz="130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4114800" cy="29260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10" name="Text 8"/>
          <p:cNvSpPr/>
          <p:nvPr/>
        </p:nvSpPr>
        <p:spPr>
          <a:xfrm>
            <a:off x="150876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11" name="Text 9"/>
          <p:cNvSpPr/>
          <p:nvPr/>
        </p:nvSpPr>
        <p:spPr>
          <a:xfrm>
            <a:off x="251460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12" name="Text 10"/>
          <p:cNvSpPr/>
          <p:nvPr/>
        </p:nvSpPr>
        <p:spPr>
          <a:xfrm>
            <a:off x="3520440" y="11704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13" name="Shape 11"/>
          <p:cNvSpPr/>
          <p:nvPr/>
        </p:nvSpPr>
        <p:spPr>
          <a:xfrm>
            <a:off x="457200" y="1435608"/>
            <a:ext cx="411480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15" name="Text 13"/>
          <p:cNvSpPr/>
          <p:nvPr/>
        </p:nvSpPr>
        <p:spPr>
          <a:xfrm>
            <a:off x="150876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234.14</a:t>
            </a:r>
            <a:endParaRPr lang="en-US" sz="1100"/>
          </a:p>
        </p:txBody>
      </p:sp>
      <p:sp>
        <p:nvSpPr>
          <p:cNvPr id="16" name="Text 14"/>
          <p:cNvSpPr/>
          <p:nvPr/>
        </p:nvSpPr>
        <p:spPr>
          <a:xfrm>
            <a:off x="251460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193.00</a:t>
            </a:r>
            <a:endParaRPr lang="en-US" sz="1100"/>
          </a:p>
        </p:txBody>
      </p:sp>
      <p:sp>
        <p:nvSpPr>
          <p:cNvPr id="17" name="Text 15"/>
          <p:cNvSpPr/>
          <p:nvPr/>
        </p:nvSpPr>
        <p:spPr>
          <a:xfrm>
            <a:off x="3520440" y="14538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2.68%</a:t>
            </a:r>
            <a:endParaRPr lang="en-US" sz="1100"/>
          </a:p>
        </p:txBody>
      </p:sp>
      <p:sp>
        <p:nvSpPr>
          <p:cNvPr id="18" name="Shape 16"/>
          <p:cNvSpPr/>
          <p:nvPr/>
        </p:nvSpPr>
        <p:spPr>
          <a:xfrm>
            <a:off x="457200" y="1728216"/>
            <a:ext cx="411480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150876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474.98</a:t>
            </a:r>
            <a:endParaRPr lang="en-US" sz="1100"/>
          </a:p>
        </p:txBody>
      </p:sp>
      <p:sp>
        <p:nvSpPr>
          <p:cNvPr id="21" name="Text 19"/>
          <p:cNvSpPr/>
          <p:nvPr/>
        </p:nvSpPr>
        <p:spPr>
          <a:xfrm>
            <a:off x="251460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468.22</a:t>
            </a:r>
            <a:endParaRPr lang="en-US" sz="1100"/>
          </a:p>
        </p:txBody>
      </p:sp>
      <p:sp>
        <p:nvSpPr>
          <p:cNvPr id="22" name="Text 20"/>
          <p:cNvSpPr/>
          <p:nvPr/>
        </p:nvSpPr>
        <p:spPr>
          <a:xfrm>
            <a:off x="3520440" y="174650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7.65%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457200" y="2020824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25" name="Text 23"/>
          <p:cNvSpPr/>
          <p:nvPr/>
        </p:nvSpPr>
        <p:spPr>
          <a:xfrm>
            <a:off x="150876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223.58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251460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153.29</a:t>
            </a:r>
            <a:endParaRPr lang="en-US" sz="1100"/>
          </a:p>
        </p:txBody>
      </p:sp>
      <p:sp>
        <p:nvSpPr>
          <p:cNvPr id="27" name="Text 25"/>
          <p:cNvSpPr/>
          <p:nvPr/>
        </p:nvSpPr>
        <p:spPr>
          <a:xfrm>
            <a:off x="3520440" y="203911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2.21%</a:t>
            </a:r>
            <a:endParaRPr lang="en-US" sz="1100"/>
          </a:p>
        </p:txBody>
      </p:sp>
      <p:sp>
        <p:nvSpPr>
          <p:cNvPr id="28" name="Shape 26"/>
          <p:cNvSpPr/>
          <p:nvPr/>
        </p:nvSpPr>
        <p:spPr>
          <a:xfrm>
            <a:off x="457200" y="2313432"/>
            <a:ext cx="411480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30" name="Text 28"/>
          <p:cNvSpPr/>
          <p:nvPr/>
        </p:nvSpPr>
        <p:spPr>
          <a:xfrm>
            <a:off x="150876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222.49</a:t>
            </a:r>
            <a:endParaRPr lang="en-US" sz="1100"/>
          </a:p>
        </p:txBody>
      </p:sp>
      <p:sp>
        <p:nvSpPr>
          <p:cNvPr id="31" name="Text 29"/>
          <p:cNvSpPr/>
          <p:nvPr/>
        </p:nvSpPr>
        <p:spPr>
          <a:xfrm>
            <a:off x="251460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156.09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3520440" y="233172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2.23%</a:t>
            </a:r>
            <a:endParaRPr lang="en-US" sz="1100"/>
          </a:p>
        </p:txBody>
      </p:sp>
      <p:sp>
        <p:nvSpPr>
          <p:cNvPr id="33" name="Text 31"/>
          <p:cNvSpPr/>
          <p:nvPr/>
        </p:nvSpPr>
        <p:spPr>
          <a:xfrm>
            <a:off x="457200" y="269748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 lowest RMSE; RF lowest MAE/MAPE</a:t>
            </a:r>
            <a:endParaRPr lang="en-US" sz="1100"/>
          </a:p>
        </p:txBody>
      </p:sp>
      <p:sp>
        <p:nvSpPr>
          <p:cNvPr id="34" name="Text 32"/>
          <p:cNvSpPr/>
          <p:nvPr/>
        </p:nvSpPr>
        <p:spPr>
          <a:xfrm>
            <a:off x="4846320" y="822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2. HSI Model Performance</a:t>
            </a:r>
            <a:endParaRPr lang="en-US" sz="1300"/>
          </a:p>
        </p:txBody>
      </p:sp>
      <p:sp>
        <p:nvSpPr>
          <p:cNvPr id="35" name="Shape 33"/>
          <p:cNvSpPr/>
          <p:nvPr/>
        </p:nvSpPr>
        <p:spPr>
          <a:xfrm>
            <a:off x="4846320" y="1143000"/>
            <a:ext cx="3931920" cy="292608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6" name="Text 34"/>
          <p:cNvSpPr/>
          <p:nvPr/>
        </p:nvSpPr>
        <p:spPr>
          <a:xfrm>
            <a:off x="489204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/>
          </a:p>
        </p:txBody>
      </p:sp>
      <p:sp>
        <p:nvSpPr>
          <p:cNvPr id="37" name="Text 35"/>
          <p:cNvSpPr/>
          <p:nvPr/>
        </p:nvSpPr>
        <p:spPr>
          <a:xfrm>
            <a:off x="585216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/>
          </a:p>
        </p:txBody>
      </p:sp>
      <p:sp>
        <p:nvSpPr>
          <p:cNvPr id="38" name="Text 36"/>
          <p:cNvSpPr/>
          <p:nvPr/>
        </p:nvSpPr>
        <p:spPr>
          <a:xfrm>
            <a:off x="681228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/>
          </a:p>
        </p:txBody>
      </p:sp>
      <p:sp>
        <p:nvSpPr>
          <p:cNvPr id="39" name="Text 37"/>
          <p:cNvSpPr/>
          <p:nvPr/>
        </p:nvSpPr>
        <p:spPr>
          <a:xfrm>
            <a:off x="7772400" y="11704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100"/>
          </a:p>
        </p:txBody>
      </p:sp>
      <p:sp>
        <p:nvSpPr>
          <p:cNvPr id="40" name="Shape 38"/>
          <p:cNvSpPr/>
          <p:nvPr/>
        </p:nvSpPr>
        <p:spPr>
          <a:xfrm>
            <a:off x="4846320" y="1435608"/>
            <a:ext cx="3931920" cy="29260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41" name="Text 39"/>
          <p:cNvSpPr/>
          <p:nvPr/>
        </p:nvSpPr>
        <p:spPr>
          <a:xfrm>
            <a:off x="489204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100"/>
          </a:p>
        </p:txBody>
      </p:sp>
      <p:sp>
        <p:nvSpPr>
          <p:cNvPr id="42" name="Text 40"/>
          <p:cNvSpPr/>
          <p:nvPr/>
        </p:nvSpPr>
        <p:spPr>
          <a:xfrm>
            <a:off x="585216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1,438.64</a:t>
            </a:r>
            <a:endParaRPr lang="en-US" sz="1100"/>
          </a:p>
        </p:txBody>
      </p:sp>
      <p:sp>
        <p:nvSpPr>
          <p:cNvPr id="43" name="Text 41"/>
          <p:cNvSpPr/>
          <p:nvPr/>
        </p:nvSpPr>
        <p:spPr>
          <a:xfrm>
            <a:off x="681228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1,177.65</a:t>
            </a:r>
            <a:endParaRPr lang="en-US" sz="1100"/>
          </a:p>
        </p:txBody>
      </p:sp>
      <p:sp>
        <p:nvSpPr>
          <p:cNvPr id="44" name="Text 42"/>
          <p:cNvSpPr/>
          <p:nvPr/>
        </p:nvSpPr>
        <p:spPr>
          <a:xfrm>
            <a:off x="7772400" y="145389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4.59%</a:t>
            </a:r>
            <a:endParaRPr lang="en-US" sz="1100"/>
          </a:p>
        </p:txBody>
      </p:sp>
      <p:sp>
        <p:nvSpPr>
          <p:cNvPr id="45" name="Shape 43"/>
          <p:cNvSpPr/>
          <p:nvPr/>
        </p:nvSpPr>
        <p:spPr>
          <a:xfrm>
            <a:off x="4846320" y="1728216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46" name="Text 44"/>
          <p:cNvSpPr/>
          <p:nvPr/>
        </p:nvSpPr>
        <p:spPr>
          <a:xfrm>
            <a:off x="489204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100"/>
          </a:p>
        </p:txBody>
      </p:sp>
      <p:sp>
        <p:nvSpPr>
          <p:cNvPr id="47" name="Text 45"/>
          <p:cNvSpPr/>
          <p:nvPr/>
        </p:nvSpPr>
        <p:spPr>
          <a:xfrm>
            <a:off x="585216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2,351.28</a:t>
            </a:r>
            <a:endParaRPr lang="en-US" sz="1100"/>
          </a:p>
        </p:txBody>
      </p:sp>
      <p:sp>
        <p:nvSpPr>
          <p:cNvPr id="48" name="Text 46"/>
          <p:cNvSpPr/>
          <p:nvPr/>
        </p:nvSpPr>
        <p:spPr>
          <a:xfrm>
            <a:off x="681228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2,311.69</a:t>
            </a:r>
            <a:endParaRPr lang="en-US" sz="1100"/>
          </a:p>
        </p:txBody>
      </p:sp>
      <p:sp>
        <p:nvSpPr>
          <p:cNvPr id="49" name="Text 47"/>
          <p:cNvSpPr/>
          <p:nvPr/>
        </p:nvSpPr>
        <p:spPr>
          <a:xfrm>
            <a:off x="7772400" y="174650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9.67%</a:t>
            </a:r>
            <a:endParaRPr lang="en-US" sz="1100"/>
          </a:p>
        </p:txBody>
      </p:sp>
      <p:sp>
        <p:nvSpPr>
          <p:cNvPr id="50" name="Shape 48"/>
          <p:cNvSpPr/>
          <p:nvPr/>
        </p:nvSpPr>
        <p:spPr>
          <a:xfrm>
            <a:off x="4846320" y="2020824"/>
            <a:ext cx="3931920" cy="2926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489204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00"/>
          </a:p>
        </p:txBody>
      </p:sp>
      <p:sp>
        <p:nvSpPr>
          <p:cNvPr id="52" name="Text 50"/>
          <p:cNvSpPr/>
          <p:nvPr/>
        </p:nvSpPr>
        <p:spPr>
          <a:xfrm>
            <a:off x="585216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2,036.34</a:t>
            </a:r>
            <a:endParaRPr lang="en-US" sz="1100"/>
          </a:p>
        </p:txBody>
      </p:sp>
      <p:sp>
        <p:nvSpPr>
          <p:cNvPr id="53" name="Text 51"/>
          <p:cNvSpPr/>
          <p:nvPr/>
        </p:nvSpPr>
        <p:spPr>
          <a:xfrm>
            <a:off x="681228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1,630.29</a:t>
            </a:r>
            <a:endParaRPr lang="en-US" sz="1100"/>
          </a:p>
        </p:txBody>
      </p:sp>
      <p:sp>
        <p:nvSpPr>
          <p:cNvPr id="54" name="Text 52"/>
          <p:cNvSpPr/>
          <p:nvPr/>
        </p:nvSpPr>
        <p:spPr>
          <a:xfrm>
            <a:off x="7772400" y="203911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6.55%</a:t>
            </a:r>
            <a:endParaRPr lang="en-US" sz="1100"/>
          </a:p>
        </p:txBody>
      </p:sp>
      <p:sp>
        <p:nvSpPr>
          <p:cNvPr id="55" name="Shape 53"/>
          <p:cNvSpPr/>
          <p:nvPr/>
        </p:nvSpPr>
        <p:spPr>
          <a:xfrm>
            <a:off x="4846320" y="2313432"/>
            <a:ext cx="3931920" cy="292608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56" name="Text 54"/>
          <p:cNvSpPr/>
          <p:nvPr/>
        </p:nvSpPr>
        <p:spPr>
          <a:xfrm>
            <a:off x="489204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100"/>
          </a:p>
        </p:txBody>
      </p:sp>
      <p:sp>
        <p:nvSpPr>
          <p:cNvPr id="57" name="Text 55"/>
          <p:cNvSpPr/>
          <p:nvPr/>
        </p:nvSpPr>
        <p:spPr>
          <a:xfrm>
            <a:off x="585216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1,661.94</a:t>
            </a:r>
            <a:endParaRPr lang="en-US" sz="1100"/>
          </a:p>
        </p:txBody>
      </p:sp>
      <p:sp>
        <p:nvSpPr>
          <p:cNvPr id="58" name="Text 56"/>
          <p:cNvSpPr/>
          <p:nvPr/>
        </p:nvSpPr>
        <p:spPr>
          <a:xfrm>
            <a:off x="681228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1,400.72</a:t>
            </a:r>
            <a:endParaRPr lang="en-US" sz="1100"/>
          </a:p>
        </p:txBody>
      </p:sp>
      <p:sp>
        <p:nvSpPr>
          <p:cNvPr id="59" name="Text 57"/>
          <p:cNvSpPr/>
          <p:nvPr/>
        </p:nvSpPr>
        <p:spPr>
          <a:xfrm>
            <a:off x="7772400" y="23317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5.63%</a:t>
            </a:r>
            <a:endParaRPr lang="en-US" sz="1100"/>
          </a:p>
        </p:txBody>
      </p:sp>
      <p:sp>
        <p:nvSpPr>
          <p:cNvPr id="60" name="Text 58"/>
          <p:cNvSpPr/>
          <p:nvPr/>
        </p:nvSpPr>
        <p:spPr>
          <a:xfrm>
            <a:off x="4846320" y="269748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 clearly best for HSI</a:t>
            </a:r>
            <a:endParaRPr lang="en-US" sz="1100"/>
          </a:p>
        </p:txBody>
      </p:sp>
      <p:sp>
        <p:nvSpPr>
          <p:cNvPr id="63" name="Shape 61"/>
          <p:cNvSpPr/>
          <p:nvPr/>
        </p:nvSpPr>
        <p:spPr>
          <a:xfrm>
            <a:off x="4846320" y="3108960"/>
            <a:ext cx="3931920" cy="1371600"/>
          </a:xfrm>
          <a:prstGeom prst="rect">
            <a:avLst/>
          </a:prstGeom>
          <a:solidFill>
            <a:srgbClr val="F1EDE6"/>
          </a:solidFill>
          <a:ln w="12700">
            <a:solidFill>
              <a:srgbClr val="D1D5DB"/>
            </a:solidFill>
            <a:prstDash val="dash"/>
          </a:ln>
        </p:spPr>
      </p:sp>
      <p:sp>
        <p:nvSpPr>
          <p:cNvPr id="64" name="Text 62"/>
          <p:cNvSpPr/>
          <p:nvPr/>
        </p:nvSpPr>
        <p:spPr>
          <a:xfrm>
            <a:off x="4846320" y="36118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HSI forecast chart / residual plot]</a:t>
            </a:r>
            <a:endParaRPr lang="en-US" sz="1200"/>
          </a:p>
        </p:txBody>
      </p:sp>
      <p:pic>
        <p:nvPicPr>
          <p:cNvPr id="65" name="圖片 64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DF360993-2F42-23A1-F7A7-40AA937EA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3230" y="3109563"/>
            <a:ext cx="3938937" cy="1921263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E32E4D98-ED05-598C-7E9F-CDF5B7BB9EB0}"/>
              </a:ext>
            </a:extLst>
          </p:cNvPr>
          <p:cNvSpPr txBox="1"/>
          <p:nvPr/>
        </p:nvSpPr>
        <p:spPr>
          <a:xfrm>
            <a:off x="113162" y="2917891"/>
            <a:ext cx="2156460" cy="2539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050">
                <a:ea typeface="Calibri"/>
                <a:cs typeface="Calibri"/>
              </a:rPr>
              <a:t>ARMIA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4AC61A6-FBC6-D624-DCAB-2FBB3D741CFC}"/>
              </a:ext>
            </a:extLst>
          </p:cNvPr>
          <p:cNvSpPr txBox="1"/>
          <p:nvPr/>
        </p:nvSpPr>
        <p:spPr>
          <a:xfrm>
            <a:off x="2511989" y="2920582"/>
            <a:ext cx="191709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Calibri"/>
                <a:cs typeface="Calibri"/>
              </a:rPr>
              <a:t>Random Forest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30D63D47-29BF-74BF-52AC-E968C322D2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687" y="3185654"/>
            <a:ext cx="2173605" cy="163642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31BDF6F1-A284-2009-A3E5-DFE64C146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84" y="3120307"/>
            <a:ext cx="2455741" cy="171988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Detailed Results — Individual Equities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0386.HK (Sinopec)</a:t>
            </a:r>
            <a:endParaRPr lang="en-US" sz="1200"/>
          </a:p>
        </p:txBody>
      </p:sp>
      <p:sp>
        <p:nvSpPr>
          <p:cNvPr id="8" name="Text 6"/>
          <p:cNvSpPr/>
          <p:nvPr/>
        </p:nvSpPr>
        <p:spPr>
          <a:xfrm>
            <a:off x="27432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LSTM</a:t>
            </a:r>
            <a:endParaRPr lang="en-US" sz="1100"/>
          </a:p>
        </p:txBody>
      </p:sp>
      <p:sp>
        <p:nvSpPr>
          <p:cNvPr id="9" name="Shape 7"/>
          <p:cNvSpPr/>
          <p:nvPr/>
        </p:nvSpPr>
        <p:spPr>
          <a:xfrm>
            <a:off x="27432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11" name="Text 9"/>
          <p:cNvSpPr/>
          <p:nvPr/>
        </p:nvSpPr>
        <p:spPr>
          <a:xfrm>
            <a:off x="10058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12" name="Text 10"/>
          <p:cNvSpPr/>
          <p:nvPr/>
        </p:nvSpPr>
        <p:spPr>
          <a:xfrm>
            <a:off x="16916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13" name="Text 11"/>
          <p:cNvSpPr/>
          <p:nvPr/>
        </p:nvSpPr>
        <p:spPr>
          <a:xfrm>
            <a:off x="237744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14" name="Shape 12"/>
          <p:cNvSpPr/>
          <p:nvPr/>
        </p:nvSpPr>
        <p:spPr>
          <a:xfrm>
            <a:off x="27432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16" name="Text 14"/>
          <p:cNvSpPr/>
          <p:nvPr/>
        </p:nvSpPr>
        <p:spPr>
          <a:xfrm>
            <a:off x="10058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0.45</a:t>
            </a:r>
            <a:endParaRPr lang="en-US" sz="1000"/>
          </a:p>
        </p:txBody>
      </p:sp>
      <p:sp>
        <p:nvSpPr>
          <p:cNvPr id="17" name="Text 15"/>
          <p:cNvSpPr/>
          <p:nvPr/>
        </p:nvSpPr>
        <p:spPr>
          <a:xfrm>
            <a:off x="16916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0.33</a:t>
            </a:r>
            <a:endParaRPr lang="en-US" sz="1000"/>
          </a:p>
        </p:txBody>
      </p:sp>
      <p:sp>
        <p:nvSpPr>
          <p:cNvPr id="18" name="Text 16"/>
          <p:cNvSpPr/>
          <p:nvPr/>
        </p:nvSpPr>
        <p:spPr>
          <a:xfrm>
            <a:off x="237744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6.99%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274320" y="190195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10058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</a:t>
            </a:r>
            <a:endParaRPr lang="en-US" sz="1000"/>
          </a:p>
        </p:txBody>
      </p:sp>
      <p:sp>
        <p:nvSpPr>
          <p:cNvPr id="22" name="Text 20"/>
          <p:cNvSpPr/>
          <p:nvPr/>
        </p:nvSpPr>
        <p:spPr>
          <a:xfrm>
            <a:off x="16916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237744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4.85%</a:t>
            </a:r>
            <a:endParaRPr lang="en-US" sz="1000"/>
          </a:p>
        </p:txBody>
      </p:sp>
      <p:sp>
        <p:nvSpPr>
          <p:cNvPr id="24" name="Shape 22"/>
          <p:cNvSpPr/>
          <p:nvPr/>
        </p:nvSpPr>
        <p:spPr>
          <a:xfrm>
            <a:off x="274320" y="217627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26" name="Text 24"/>
          <p:cNvSpPr/>
          <p:nvPr/>
        </p:nvSpPr>
        <p:spPr>
          <a:xfrm>
            <a:off x="10058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</a:t>
            </a:r>
            <a:endParaRPr lang="en-US" sz="1000"/>
          </a:p>
        </p:txBody>
      </p:sp>
      <p:sp>
        <p:nvSpPr>
          <p:cNvPr id="27" name="Text 25"/>
          <p:cNvSpPr/>
          <p:nvPr/>
        </p:nvSpPr>
        <p:spPr>
          <a:xfrm>
            <a:off x="16916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1000"/>
          </a:p>
        </p:txBody>
      </p:sp>
      <p:sp>
        <p:nvSpPr>
          <p:cNvPr id="28" name="Text 26"/>
          <p:cNvSpPr/>
          <p:nvPr/>
        </p:nvSpPr>
        <p:spPr>
          <a:xfrm>
            <a:off x="237744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11.77%</a:t>
            </a:r>
            <a:endParaRPr lang="en-US" sz="1000"/>
          </a:p>
        </p:txBody>
      </p:sp>
      <p:sp>
        <p:nvSpPr>
          <p:cNvPr id="29" name="Shape 27"/>
          <p:cNvSpPr/>
          <p:nvPr/>
        </p:nvSpPr>
        <p:spPr>
          <a:xfrm>
            <a:off x="27432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30" name="Text 28"/>
          <p:cNvSpPr/>
          <p:nvPr/>
        </p:nvSpPr>
        <p:spPr>
          <a:xfrm>
            <a:off x="3200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31" name="Text 29"/>
          <p:cNvSpPr/>
          <p:nvPr/>
        </p:nvSpPr>
        <p:spPr>
          <a:xfrm>
            <a:off x="10058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</a:t>
            </a:r>
            <a:endParaRPr lang="en-US" sz="1000"/>
          </a:p>
        </p:txBody>
      </p:sp>
      <p:sp>
        <p:nvSpPr>
          <p:cNvPr id="32" name="Text 30"/>
          <p:cNvSpPr/>
          <p:nvPr/>
        </p:nvSpPr>
        <p:spPr>
          <a:xfrm>
            <a:off x="16916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</a:t>
            </a:r>
            <a:endParaRPr lang="en-US" sz="1000"/>
          </a:p>
        </p:txBody>
      </p:sp>
      <p:sp>
        <p:nvSpPr>
          <p:cNvPr id="33" name="Text 31"/>
          <p:cNvSpPr/>
          <p:nvPr/>
        </p:nvSpPr>
        <p:spPr>
          <a:xfrm>
            <a:off x="237744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7.17%</a:t>
            </a:r>
            <a:endParaRPr lang="en-US" sz="1000"/>
          </a:p>
        </p:txBody>
      </p:sp>
      <p:sp>
        <p:nvSpPr>
          <p:cNvPr id="34" name="Text 32"/>
          <p:cNvSpPr/>
          <p:nvPr/>
        </p:nvSpPr>
        <p:spPr>
          <a:xfrm>
            <a:off x="27432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captures nonlinear temporal deps.</a:t>
            </a:r>
            <a:endParaRPr lang="en-US" sz="1100"/>
          </a:p>
        </p:txBody>
      </p:sp>
      <p:sp>
        <p:nvSpPr>
          <p:cNvPr id="35" name="Text 33"/>
          <p:cNvSpPr/>
          <p:nvPr/>
        </p:nvSpPr>
        <p:spPr>
          <a:xfrm>
            <a:off x="320040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0388.HK (HKEX)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320040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37" name="Shape 35"/>
          <p:cNvSpPr/>
          <p:nvPr/>
        </p:nvSpPr>
        <p:spPr>
          <a:xfrm>
            <a:off x="320040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8" name="Text 36"/>
          <p:cNvSpPr/>
          <p:nvPr/>
        </p:nvSpPr>
        <p:spPr>
          <a:xfrm>
            <a:off x="32461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39" name="Text 37"/>
          <p:cNvSpPr/>
          <p:nvPr/>
        </p:nvSpPr>
        <p:spPr>
          <a:xfrm>
            <a:off x="39319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40" name="Text 38"/>
          <p:cNvSpPr/>
          <p:nvPr/>
        </p:nvSpPr>
        <p:spPr>
          <a:xfrm>
            <a:off x="46177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41" name="Text 39"/>
          <p:cNvSpPr/>
          <p:nvPr/>
        </p:nvSpPr>
        <p:spPr>
          <a:xfrm>
            <a:off x="530352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42" name="Shape 40"/>
          <p:cNvSpPr/>
          <p:nvPr/>
        </p:nvSpPr>
        <p:spPr>
          <a:xfrm>
            <a:off x="320040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32461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44" name="Text 42"/>
          <p:cNvSpPr/>
          <p:nvPr/>
        </p:nvSpPr>
        <p:spPr>
          <a:xfrm>
            <a:off x="39319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21.59</a:t>
            </a:r>
            <a:endParaRPr lang="en-US" sz="1000"/>
          </a:p>
        </p:txBody>
      </p:sp>
      <p:sp>
        <p:nvSpPr>
          <p:cNvPr id="45" name="Text 43"/>
          <p:cNvSpPr/>
          <p:nvPr/>
        </p:nvSpPr>
        <p:spPr>
          <a:xfrm>
            <a:off x="46177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17.65</a:t>
            </a:r>
            <a:endParaRPr lang="en-US" sz="1000"/>
          </a:p>
        </p:txBody>
      </p:sp>
      <p:sp>
        <p:nvSpPr>
          <p:cNvPr id="46" name="Text 44"/>
          <p:cNvSpPr/>
          <p:nvPr/>
        </p:nvSpPr>
        <p:spPr>
          <a:xfrm>
            <a:off x="530352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4.43%</a:t>
            </a:r>
            <a:endParaRPr lang="en-US" sz="1000"/>
          </a:p>
        </p:txBody>
      </p:sp>
      <p:sp>
        <p:nvSpPr>
          <p:cNvPr id="47" name="Shape 45"/>
          <p:cNvSpPr/>
          <p:nvPr/>
        </p:nvSpPr>
        <p:spPr>
          <a:xfrm>
            <a:off x="320040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48" name="Text 46"/>
          <p:cNvSpPr/>
          <p:nvPr/>
        </p:nvSpPr>
        <p:spPr>
          <a:xfrm>
            <a:off x="32461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49" name="Text 47"/>
          <p:cNvSpPr/>
          <p:nvPr/>
        </p:nvSpPr>
        <p:spPr>
          <a:xfrm>
            <a:off x="39319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45.53</a:t>
            </a:r>
            <a:endParaRPr lang="en-US" sz="1000"/>
          </a:p>
        </p:txBody>
      </p:sp>
      <p:sp>
        <p:nvSpPr>
          <p:cNvPr id="50" name="Text 48"/>
          <p:cNvSpPr/>
          <p:nvPr/>
        </p:nvSpPr>
        <p:spPr>
          <a:xfrm>
            <a:off x="46177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44.24</a:t>
            </a:r>
            <a:endParaRPr lang="en-US" sz="1000"/>
          </a:p>
        </p:txBody>
      </p:sp>
      <p:sp>
        <p:nvSpPr>
          <p:cNvPr id="51" name="Text 49"/>
          <p:cNvSpPr/>
          <p:nvPr/>
        </p:nvSpPr>
        <p:spPr>
          <a:xfrm>
            <a:off x="530352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11.38%</a:t>
            </a:r>
            <a:endParaRPr lang="en-US" sz="1000"/>
          </a:p>
        </p:txBody>
      </p:sp>
      <p:sp>
        <p:nvSpPr>
          <p:cNvPr id="52" name="Shape 50"/>
          <p:cNvSpPr/>
          <p:nvPr/>
        </p:nvSpPr>
        <p:spPr>
          <a:xfrm>
            <a:off x="320040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53" name="Text 51"/>
          <p:cNvSpPr/>
          <p:nvPr/>
        </p:nvSpPr>
        <p:spPr>
          <a:xfrm>
            <a:off x="32461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54" name="Text 52"/>
          <p:cNvSpPr/>
          <p:nvPr/>
        </p:nvSpPr>
        <p:spPr>
          <a:xfrm>
            <a:off x="39319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14.89</a:t>
            </a:r>
            <a:endParaRPr lang="en-US" sz="1000"/>
          </a:p>
        </p:txBody>
      </p:sp>
      <p:sp>
        <p:nvSpPr>
          <p:cNvPr id="55" name="Text 53"/>
          <p:cNvSpPr/>
          <p:nvPr/>
        </p:nvSpPr>
        <p:spPr>
          <a:xfrm>
            <a:off x="46177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12.28</a:t>
            </a:r>
            <a:endParaRPr lang="en-US" sz="1000"/>
          </a:p>
        </p:txBody>
      </p:sp>
      <p:sp>
        <p:nvSpPr>
          <p:cNvPr id="56" name="Text 54"/>
          <p:cNvSpPr/>
          <p:nvPr/>
        </p:nvSpPr>
        <p:spPr>
          <a:xfrm>
            <a:off x="530352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3.12%</a:t>
            </a:r>
            <a:endParaRPr lang="en-US" sz="1000"/>
          </a:p>
        </p:txBody>
      </p:sp>
      <p:sp>
        <p:nvSpPr>
          <p:cNvPr id="57" name="Shape 55"/>
          <p:cNvSpPr/>
          <p:nvPr/>
        </p:nvSpPr>
        <p:spPr>
          <a:xfrm>
            <a:off x="320040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58" name="Text 56"/>
          <p:cNvSpPr/>
          <p:nvPr/>
        </p:nvSpPr>
        <p:spPr>
          <a:xfrm>
            <a:off x="32461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59" name="Text 57"/>
          <p:cNvSpPr/>
          <p:nvPr/>
        </p:nvSpPr>
        <p:spPr>
          <a:xfrm>
            <a:off x="39319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30.66</a:t>
            </a:r>
            <a:endParaRPr lang="en-US" sz="1000"/>
          </a:p>
        </p:txBody>
      </p:sp>
      <p:sp>
        <p:nvSpPr>
          <p:cNvPr id="60" name="Text 58"/>
          <p:cNvSpPr/>
          <p:nvPr/>
        </p:nvSpPr>
        <p:spPr>
          <a:xfrm>
            <a:off x="46177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27.26</a:t>
            </a:r>
            <a:endParaRPr lang="en-US" sz="1000"/>
          </a:p>
        </p:txBody>
      </p:sp>
      <p:sp>
        <p:nvSpPr>
          <p:cNvPr id="61" name="Text 59"/>
          <p:cNvSpPr/>
          <p:nvPr/>
        </p:nvSpPr>
        <p:spPr>
          <a:xfrm>
            <a:off x="530352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7.01%</a:t>
            </a:r>
            <a:endParaRPr lang="en-US" sz="1000"/>
          </a:p>
        </p:txBody>
      </p:sp>
      <p:sp>
        <p:nvSpPr>
          <p:cNvPr id="62" name="Text 60"/>
          <p:cNvSpPr/>
          <p:nvPr/>
        </p:nvSpPr>
        <p:spPr>
          <a:xfrm>
            <a:off x="320040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learning most effective</a:t>
            </a:r>
            <a:endParaRPr lang="en-US" sz="1100"/>
          </a:p>
        </p:txBody>
      </p:sp>
      <p:sp>
        <p:nvSpPr>
          <p:cNvPr id="63" name="Text 61"/>
          <p:cNvSpPr/>
          <p:nvPr/>
        </p:nvSpPr>
        <p:spPr>
          <a:xfrm>
            <a:off x="6126480" y="82296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0005.HK (HSBC)</a:t>
            </a:r>
            <a:endParaRPr lang="en-US" sz="1200"/>
          </a:p>
        </p:txBody>
      </p:sp>
      <p:sp>
        <p:nvSpPr>
          <p:cNvPr id="64" name="Text 62"/>
          <p:cNvSpPr/>
          <p:nvPr/>
        </p:nvSpPr>
        <p:spPr>
          <a:xfrm>
            <a:off x="6126480" y="1078992"/>
            <a:ext cx="2788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Best: Random Forest</a:t>
            </a:r>
            <a:endParaRPr lang="en-US" sz="1100"/>
          </a:p>
        </p:txBody>
      </p:sp>
      <p:sp>
        <p:nvSpPr>
          <p:cNvPr id="65" name="Shape 63"/>
          <p:cNvSpPr/>
          <p:nvPr/>
        </p:nvSpPr>
        <p:spPr>
          <a:xfrm>
            <a:off x="6126480" y="1371600"/>
            <a:ext cx="2788920" cy="256032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66" name="Text 64"/>
          <p:cNvSpPr/>
          <p:nvPr/>
        </p:nvSpPr>
        <p:spPr>
          <a:xfrm>
            <a:off x="61722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/>
          </a:p>
        </p:txBody>
      </p:sp>
      <p:sp>
        <p:nvSpPr>
          <p:cNvPr id="67" name="Text 65"/>
          <p:cNvSpPr/>
          <p:nvPr/>
        </p:nvSpPr>
        <p:spPr>
          <a:xfrm>
            <a:off x="68580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900"/>
          </a:p>
        </p:txBody>
      </p:sp>
      <p:sp>
        <p:nvSpPr>
          <p:cNvPr id="68" name="Text 66"/>
          <p:cNvSpPr/>
          <p:nvPr/>
        </p:nvSpPr>
        <p:spPr>
          <a:xfrm>
            <a:off x="75438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900"/>
          </a:p>
        </p:txBody>
      </p:sp>
      <p:sp>
        <p:nvSpPr>
          <p:cNvPr id="69" name="Text 67"/>
          <p:cNvSpPr/>
          <p:nvPr/>
        </p:nvSpPr>
        <p:spPr>
          <a:xfrm>
            <a:off x="8229600" y="138988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900"/>
          </a:p>
        </p:txBody>
      </p:sp>
      <p:sp>
        <p:nvSpPr>
          <p:cNvPr id="70" name="Shape 68"/>
          <p:cNvSpPr/>
          <p:nvPr/>
        </p:nvSpPr>
        <p:spPr>
          <a:xfrm>
            <a:off x="6126480" y="1627632"/>
            <a:ext cx="27889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1722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Reg.</a:t>
            </a:r>
            <a:endParaRPr lang="en-US" sz="1000"/>
          </a:p>
        </p:txBody>
      </p:sp>
      <p:sp>
        <p:nvSpPr>
          <p:cNvPr id="72" name="Text 70"/>
          <p:cNvSpPr/>
          <p:nvPr/>
        </p:nvSpPr>
        <p:spPr>
          <a:xfrm>
            <a:off x="68580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37.83</a:t>
            </a:r>
            <a:endParaRPr lang="en-US" sz="1000"/>
          </a:p>
        </p:txBody>
      </p:sp>
      <p:sp>
        <p:nvSpPr>
          <p:cNvPr id="73" name="Text 71"/>
          <p:cNvSpPr/>
          <p:nvPr/>
        </p:nvSpPr>
        <p:spPr>
          <a:xfrm>
            <a:off x="75438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36.49</a:t>
            </a:r>
            <a:endParaRPr lang="en-US" sz="1000"/>
          </a:p>
        </p:txBody>
      </p:sp>
      <p:sp>
        <p:nvSpPr>
          <p:cNvPr id="74" name="Text 72"/>
          <p:cNvSpPr/>
          <p:nvPr/>
        </p:nvSpPr>
        <p:spPr>
          <a:xfrm>
            <a:off x="8229600" y="164592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25.01%</a:t>
            </a:r>
            <a:endParaRPr lang="en-US" sz="1000"/>
          </a:p>
        </p:txBody>
      </p:sp>
      <p:sp>
        <p:nvSpPr>
          <p:cNvPr id="75" name="Shape 73"/>
          <p:cNvSpPr/>
          <p:nvPr/>
        </p:nvSpPr>
        <p:spPr>
          <a:xfrm>
            <a:off x="6126480" y="190195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76" name="Text 74"/>
          <p:cNvSpPr/>
          <p:nvPr/>
        </p:nvSpPr>
        <p:spPr>
          <a:xfrm>
            <a:off x="61722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000"/>
          </a:p>
        </p:txBody>
      </p:sp>
      <p:sp>
        <p:nvSpPr>
          <p:cNvPr id="77" name="Text 75"/>
          <p:cNvSpPr/>
          <p:nvPr/>
        </p:nvSpPr>
        <p:spPr>
          <a:xfrm>
            <a:off x="68580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11.25</a:t>
            </a:r>
            <a:endParaRPr lang="en-US" sz="1000"/>
          </a:p>
        </p:txBody>
      </p:sp>
      <p:sp>
        <p:nvSpPr>
          <p:cNvPr id="78" name="Text 76"/>
          <p:cNvSpPr/>
          <p:nvPr/>
        </p:nvSpPr>
        <p:spPr>
          <a:xfrm>
            <a:off x="75438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11.14</a:t>
            </a:r>
            <a:endParaRPr lang="en-US" sz="1000"/>
          </a:p>
        </p:txBody>
      </p:sp>
      <p:sp>
        <p:nvSpPr>
          <p:cNvPr id="79" name="Text 77"/>
          <p:cNvSpPr/>
          <p:nvPr/>
        </p:nvSpPr>
        <p:spPr>
          <a:xfrm>
            <a:off x="8229600" y="192024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12.56%</a:t>
            </a:r>
            <a:endParaRPr lang="en-US" sz="1000"/>
          </a:p>
        </p:txBody>
      </p:sp>
      <p:sp>
        <p:nvSpPr>
          <p:cNvPr id="80" name="Shape 78"/>
          <p:cNvSpPr/>
          <p:nvPr/>
        </p:nvSpPr>
        <p:spPr>
          <a:xfrm>
            <a:off x="6126480" y="2176272"/>
            <a:ext cx="2788920" cy="274320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81" name="Text 79"/>
          <p:cNvSpPr/>
          <p:nvPr/>
        </p:nvSpPr>
        <p:spPr>
          <a:xfrm>
            <a:off x="61722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000"/>
          </a:p>
        </p:txBody>
      </p:sp>
      <p:sp>
        <p:nvSpPr>
          <p:cNvPr id="82" name="Text 80"/>
          <p:cNvSpPr/>
          <p:nvPr/>
        </p:nvSpPr>
        <p:spPr>
          <a:xfrm>
            <a:off x="68580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8.21</a:t>
            </a:r>
            <a:endParaRPr lang="en-US" sz="1000"/>
          </a:p>
        </p:txBody>
      </p:sp>
      <p:sp>
        <p:nvSpPr>
          <p:cNvPr id="83" name="Text 81"/>
          <p:cNvSpPr/>
          <p:nvPr/>
        </p:nvSpPr>
        <p:spPr>
          <a:xfrm>
            <a:off x="75438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6.76</a:t>
            </a:r>
            <a:endParaRPr lang="en-US" sz="1000"/>
          </a:p>
        </p:txBody>
      </p:sp>
      <p:sp>
        <p:nvSpPr>
          <p:cNvPr id="84" name="Text 82"/>
          <p:cNvSpPr/>
          <p:nvPr/>
        </p:nvSpPr>
        <p:spPr>
          <a:xfrm>
            <a:off x="8229600" y="219456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4.55%</a:t>
            </a:r>
            <a:endParaRPr lang="en-US" sz="1000"/>
          </a:p>
        </p:txBody>
      </p:sp>
      <p:sp>
        <p:nvSpPr>
          <p:cNvPr id="85" name="Shape 83"/>
          <p:cNvSpPr/>
          <p:nvPr/>
        </p:nvSpPr>
        <p:spPr>
          <a:xfrm>
            <a:off x="6126480" y="2450592"/>
            <a:ext cx="2788920" cy="274320"/>
          </a:xfrm>
          <a:prstGeom prst="rect">
            <a:avLst/>
          </a:prstGeom>
          <a:solidFill>
            <a:srgbClr val="F1EDE6"/>
          </a:solidFill>
          <a:ln/>
        </p:spPr>
      </p:sp>
      <p:sp>
        <p:nvSpPr>
          <p:cNvPr id="86" name="Text 84"/>
          <p:cNvSpPr/>
          <p:nvPr/>
        </p:nvSpPr>
        <p:spPr>
          <a:xfrm>
            <a:off x="61722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000"/>
          </a:p>
        </p:txBody>
      </p:sp>
      <p:sp>
        <p:nvSpPr>
          <p:cNvPr id="87" name="Text 85"/>
          <p:cNvSpPr/>
          <p:nvPr/>
        </p:nvSpPr>
        <p:spPr>
          <a:xfrm>
            <a:off x="68580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13.88</a:t>
            </a:r>
            <a:endParaRPr lang="en-US" sz="1000"/>
          </a:p>
        </p:txBody>
      </p:sp>
      <p:sp>
        <p:nvSpPr>
          <p:cNvPr id="88" name="Text 86"/>
          <p:cNvSpPr/>
          <p:nvPr/>
        </p:nvSpPr>
        <p:spPr>
          <a:xfrm>
            <a:off x="75438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11.82</a:t>
            </a:r>
            <a:endParaRPr lang="en-US" sz="1000"/>
          </a:p>
        </p:txBody>
      </p:sp>
      <p:sp>
        <p:nvSpPr>
          <p:cNvPr id="89" name="Text 87"/>
          <p:cNvSpPr/>
          <p:nvPr/>
        </p:nvSpPr>
        <p:spPr>
          <a:xfrm>
            <a:off x="8229600" y="2468880"/>
            <a:ext cx="658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7.81%</a:t>
            </a:r>
            <a:endParaRPr lang="en-US" sz="1000"/>
          </a:p>
        </p:txBody>
      </p:sp>
      <p:sp>
        <p:nvSpPr>
          <p:cNvPr id="90" name="Text 88"/>
          <p:cNvSpPr/>
          <p:nvPr/>
        </p:nvSpPr>
        <p:spPr>
          <a:xfrm>
            <a:off x="6126480" y="283464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best across all metrics</a:t>
            </a:r>
            <a:endParaRPr lang="en-US" sz="1100"/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340CBB6C-88DC-E077-6CD8-8D8F747A3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1862" y="3183112"/>
            <a:ext cx="2404383" cy="1718583"/>
          </a:xfrm>
          <a:prstGeom prst="rect">
            <a:avLst/>
          </a:prstGeom>
        </p:spPr>
      </p:pic>
      <p:pic>
        <p:nvPicPr>
          <p:cNvPr id="94" name="Picture 93">
            <a:extLst>
              <a:ext uri="{FF2B5EF4-FFF2-40B4-BE49-F238E27FC236}">
                <a16:creationId xmlns:a16="http://schemas.microsoft.com/office/drawing/2014/main" id="{1298B086-FBD4-FAFE-23F1-CF23FB13BB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6596" y="3182029"/>
            <a:ext cx="2404381" cy="1736727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F9C41EA-2E52-2203-BDCE-F49133415E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47" y="3108702"/>
            <a:ext cx="2793086" cy="171579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6. Recommendations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9418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005840" y="8686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asset-type-based model selection rather than a single methodology across all securities.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57200" y="150876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53619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1005840" y="1463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Random Forest as the default production model — best overall balance of RMSE, MAE and MAPE.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57200" y="210312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13055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1005840" y="20574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ARIMA as benchmark / validation model for market indices (strong on S&amp;P 500).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457200" y="269748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272491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005840" y="26517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LSTM selectively for stocks with pronounced nonlinear temporal dependencies (e.g., 0386.HK).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57200" y="329184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31927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005840" y="32461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macro indicators, sector sentiment, and implied volatility to enhance predictive breadth.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457200" y="3886200"/>
            <a:ext cx="365760" cy="36576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913632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1005840" y="38404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dynamically and early-stop to prevent overfitting; build weighted portfolios and track cumulative returns.</a:t>
            </a:r>
            <a:endParaRPr lang="en-US"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7. Conclusion</a:t>
            </a:r>
            <a:endParaRPr lang="en-US" sz="2200"/>
          </a:p>
        </p:txBody>
      </p:sp>
      <p:sp>
        <p:nvSpPr>
          <p:cNvPr id="4" name="Text 2"/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1200"/>
          </a:p>
        </p:txBody>
      </p:sp>
      <p:sp>
        <p:nvSpPr>
          <p:cNvPr id="5" name="Shape 3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7" name="Text 5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>
                <a:solidFill>
                  <a:srgbClr val="1A23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Forecasting performance is asset-dependent — no universal winner.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548640" y="1600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Random Forest delivered the strongest overall capability across most assets.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548640" y="1965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ARIMA remains highly competitive for index-level forecasting.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54864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LSTM excels where nonlinear temporal relationships dominate.</a:t>
            </a:r>
            <a:endParaRPr lang="en-US" sz="140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91440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FEE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Approach</a:t>
            </a:r>
            <a:endParaRPr lang="en-US" sz="1300"/>
          </a:p>
        </p:txBody>
      </p:sp>
      <p:sp>
        <p:nvSpPr>
          <p:cNvPr id="14" name="Text 12"/>
          <p:cNvSpPr/>
          <p:nvPr/>
        </p:nvSpPr>
        <p:spPr>
          <a:xfrm>
            <a:off x="640080" y="32461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framework combining ARIMA + Random Forest + LSTM</a:t>
            </a:r>
            <a:endParaRPr lang="en-US" sz="1400"/>
          </a:p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improve accuracy, robustness across regimes, and decision quality.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 ·  Questions Welcome</a:t>
            </a:r>
            <a:endParaRPr 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7D858-D0D1-F214-4D6F-6C9CC1B09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FF22EA-1FF5-8260-6B39-228B8907E148}"/>
              </a:ext>
            </a:extLst>
          </p:cNvPr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024FBE0-C9A5-B918-6CA2-0B641B332163}"/>
              </a:ext>
            </a:extLst>
          </p:cNvPr>
          <p:cNvSpPr/>
          <p:nvPr/>
        </p:nvSpPr>
        <p:spPr>
          <a:xfrm>
            <a:off x="640080" y="128016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>
                <a:latin typeface="Cambria"/>
                <a:ea typeface="Cambria"/>
              </a:rPr>
              <a:t>Appendix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45835DA-3431-FA27-59E2-E7ECC52D1F9E}"/>
              </a:ext>
            </a:extLst>
          </p:cNvPr>
          <p:cNvSpPr/>
          <p:nvPr/>
        </p:nvSpPr>
        <p:spPr>
          <a:xfrm>
            <a:off x="640080" y="39319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>
              <a:solidFill>
                <a:srgbClr val="6B728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255404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896401-EB3E-0425-5E6B-ED48AD1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01F32D-6AE6-4FB4-C664-42E0FDFF80D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233C106-44D6-BCB3-9557-666D8ECCCF5B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ARIMA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BBD92B7-31BD-2ADA-5A60-6DDB3704B376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AD33625-9FFF-3235-2B9F-36B050AFE41A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04E7212-1202-C00C-3575-8B7FFF8DAA82}"/>
              </a:ext>
            </a:extLst>
          </p:cNvPr>
          <p:cNvSpPr/>
          <p:nvPr/>
        </p:nvSpPr>
        <p:spPr>
          <a:xfrm>
            <a:off x="457200" y="4779893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A5BD6B-5109-2A5A-45B9-987265EA8C23}"/>
              </a:ext>
            </a:extLst>
          </p:cNvPr>
          <p:cNvSpPr/>
          <p:nvPr/>
        </p:nvSpPr>
        <p:spPr>
          <a:xfrm>
            <a:off x="1804573" y="4504523"/>
            <a:ext cx="5951269" cy="27234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5315331-B89C-23BD-9CB2-4C490816E165}"/>
              </a:ext>
            </a:extLst>
          </p:cNvPr>
          <p:cNvGrpSpPr/>
          <p:nvPr/>
        </p:nvGrpSpPr>
        <p:grpSpPr>
          <a:xfrm>
            <a:off x="1401925" y="713331"/>
            <a:ext cx="6516125" cy="4067246"/>
            <a:chOff x="1401925" y="713331"/>
            <a:chExt cx="6516125" cy="4067246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2C37D70-595E-9A39-13BC-A431F4085E0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01925" y="713331"/>
              <a:ext cx="6516125" cy="4067246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23F76E6-CCCC-0239-3531-8A58566804C7}"/>
                </a:ext>
              </a:extLst>
            </p:cNvPr>
            <p:cNvSpPr/>
            <p:nvPr/>
          </p:nvSpPr>
          <p:spPr>
            <a:xfrm>
              <a:off x="5493569" y="894729"/>
              <a:ext cx="694172" cy="12307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952404-EC23-D97C-FA98-4A6F8A1B86FD}"/>
                </a:ext>
              </a:extLst>
            </p:cNvPr>
            <p:cNvSpPr txBox="1"/>
            <p:nvPr/>
          </p:nvSpPr>
          <p:spPr>
            <a:xfrm>
              <a:off x="1601816" y="4503795"/>
              <a:ext cx="6306806" cy="21544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800">
                  <a:ea typeface="Calibri"/>
                  <a:cs typeface="Calibri"/>
                </a:rPr>
                <a:t>          2023-01                2023-07                  2024-01                 2024-07               2025-01                   2025-07               2026-01                 2026-07       2026-09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420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723193-B03F-BADA-9D68-76F353BB3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D5E3E3-8294-EEC6-C400-D0541E841102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55AA97-7C02-82AA-E1E0-3C86FA183494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(S&amp;P500)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13AB8D7-653A-885C-078C-36B1E5FA32F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AC498F3-35B8-58EE-1C26-BAAA20A50BFB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78619D7-516F-080A-1662-7EB1A553A6E4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07064A3-ABE4-BC43-F85F-69CFFE6FA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38" y="699135"/>
            <a:ext cx="6555105" cy="385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8083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3CA193-F08E-C5C3-BC37-766C5BCE8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D57CDD1-A798-8D59-5A5F-904EC36378C0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8B5E7EB-5A46-F15B-FEB5-0ECDC9D12ED6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Linear Regression (HIS)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688547F-C903-EA42-D995-970A0495A019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39ED20B-AD46-9D49-F4F4-420F4B60DFF6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234160-ECAA-642F-2E60-EE13146F4C7F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8" name="圖片 7" descr="一張含有 文字, 行, 繪圖, 圖表 的圖片&#10;&#10;AI 產生的內容可能不正確。">
            <a:extLst>
              <a:ext uri="{FF2B5EF4-FFF2-40B4-BE49-F238E27FC236}">
                <a16:creationId xmlns:a16="http://schemas.microsoft.com/office/drawing/2014/main" id="{960FC8B9-A817-2FA9-6EE8-BFFC4CB2A3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109" y="656295"/>
            <a:ext cx="8573662" cy="3858787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F404CFA2-D922-8940-DE21-0A542E39DF41}"/>
              </a:ext>
            </a:extLst>
          </p:cNvPr>
          <p:cNvSpPr txBox="1"/>
          <p:nvPr/>
        </p:nvSpPr>
        <p:spPr>
          <a:xfrm>
            <a:off x="271811" y="4516244"/>
            <a:ext cx="8663104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/>
              <a:t>Extreme Data Removed (Daily Return &gt; 2%) No. of Extreme Data Removed : 109</a:t>
            </a:r>
            <a:endParaRPr lang="zh-TW" altLang="en-US">
              <a:cs typeface="Calibri" panose="020F0502020204030204"/>
            </a:endParaRPr>
          </a:p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08099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682BDC-4B1D-D71D-E5E6-75953CF7F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7A00614-F77E-2892-2CD5-1555AC80B50A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6F21313-1986-FC73-5A99-320892F29ABA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LSTM (0386.HK)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940A638-24E0-5336-B82A-5262CBF44F12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6052DEA-2BBE-C65C-4323-2B05EE7BF371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E8512D0-E975-F957-FFBC-E5A5EBCB677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5FE0B-F6A3-5E01-30D4-6533AC1CC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246" y="658032"/>
            <a:ext cx="6667663" cy="4079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0601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0DDF9A7-EA53-D908-8691-4A2AD00B1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4C8298-E9E7-2A3E-213C-3F97E3CBE59E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28A961-E34A-28F6-A2D4-ADEE7DC564BF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(0388.HK)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35188E4-A6BF-BE74-6072-CB3C092EF37C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51D128-C3C8-887F-CF16-E01A2B2E7ECD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EEC26373-BB1D-AC7F-7AF8-D2F15175EB0C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47A2155-554D-E4F1-667D-C4A37FDB07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730704"/>
            <a:ext cx="6250667" cy="368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914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20EDD-2820-1F34-C497-F1D689F6D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12E078-7BE5-8010-5EC2-0251F35D5AB3}"/>
              </a:ext>
            </a:extLst>
          </p:cNvPr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66C056C-98AB-33DF-589A-6963B8064E3E}"/>
              </a:ext>
            </a:extLst>
          </p:cNvPr>
          <p:cNvSpPr/>
          <p:nvPr/>
        </p:nvSpPr>
        <p:spPr>
          <a:xfrm>
            <a:off x="457200" y="228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200" b="1">
                <a:solidFill>
                  <a:srgbClr val="1A2332"/>
                </a:solidFill>
                <a:latin typeface="Georgia"/>
              </a:rPr>
              <a:t>Random Forest (0005.HK)</a:t>
            </a:r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9EECAD0-1933-0700-E1AE-E760AA78AFEE}"/>
              </a:ext>
            </a:extLst>
          </p:cNvPr>
          <p:cNvSpPr/>
          <p:nvPr/>
        </p:nvSpPr>
        <p:spPr>
          <a:xfrm>
            <a:off x="7772400" y="25603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20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C1A5D65-C103-5A49-BD6C-FD8E9E86DF07}"/>
              </a:ext>
            </a:extLst>
          </p:cNvPr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42AA8E0-F3A1-4C9E-3B49-DD50C3403546}"/>
              </a:ext>
            </a:extLst>
          </p:cNvPr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CT298 · Python Data Analysis · 20 Oct 2026</a:t>
            </a:r>
            <a:endParaRPr lang="en-US" sz="1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0C553F-D61A-89FE-5C0D-0F9586428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6666" y="839561"/>
            <a:ext cx="6250669" cy="37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325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21</Slides>
  <Notes>21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Pricing Forecast Capability Assessment</dc:title>
  <dc:subject>Linear Regression, ARIMA, Random Forest and LSTM Models</dc:subject>
  <dc:creator>Cheng Ying Yu, Ku Ho Kat, Pong Zhun Log, Wong Sai Cheong</dc:creator>
  <cp:revision>1</cp:revision>
  <dcterms:created xsi:type="dcterms:W3CDTF">2026-10-13T07:30:48Z</dcterms:created>
  <dcterms:modified xsi:type="dcterms:W3CDTF">2026-10-15T04:43:59Z</dcterms:modified>
</cp:coreProperties>
</file>